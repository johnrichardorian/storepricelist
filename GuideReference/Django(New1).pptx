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89"/>
  </p:notesMasterIdLst>
  <p:sldIdLst>
    <p:sldId id="257" r:id="rId5"/>
    <p:sldId id="287" r:id="rId6"/>
    <p:sldId id="258" r:id="rId7"/>
    <p:sldId id="259" r:id="rId8"/>
    <p:sldId id="276" r:id="rId9"/>
    <p:sldId id="260" r:id="rId10"/>
    <p:sldId id="288" r:id="rId11"/>
    <p:sldId id="262" r:id="rId12"/>
    <p:sldId id="277" r:id="rId13"/>
    <p:sldId id="263" r:id="rId14"/>
    <p:sldId id="278" r:id="rId15"/>
    <p:sldId id="279" r:id="rId16"/>
    <p:sldId id="264" r:id="rId17"/>
    <p:sldId id="265" r:id="rId18"/>
    <p:sldId id="266" r:id="rId19"/>
    <p:sldId id="267" r:id="rId20"/>
    <p:sldId id="268" r:id="rId21"/>
    <p:sldId id="269" r:id="rId22"/>
    <p:sldId id="270" r:id="rId23"/>
    <p:sldId id="271" r:id="rId24"/>
    <p:sldId id="273" r:id="rId25"/>
    <p:sldId id="307" r:id="rId26"/>
    <p:sldId id="274" r:id="rId27"/>
    <p:sldId id="308" r:id="rId28"/>
    <p:sldId id="281" r:id="rId29"/>
    <p:sldId id="282" r:id="rId30"/>
    <p:sldId id="283" r:id="rId31"/>
    <p:sldId id="310" r:id="rId32"/>
    <p:sldId id="311" r:id="rId33"/>
    <p:sldId id="312" r:id="rId34"/>
    <p:sldId id="353" r:id="rId35"/>
    <p:sldId id="319" r:id="rId36"/>
    <p:sldId id="318" r:id="rId37"/>
    <p:sldId id="284" r:id="rId38"/>
    <p:sldId id="313" r:id="rId39"/>
    <p:sldId id="334" r:id="rId40"/>
    <p:sldId id="320" r:id="rId41"/>
    <p:sldId id="285" r:id="rId42"/>
    <p:sldId id="314" r:id="rId43"/>
    <p:sldId id="315" r:id="rId44"/>
    <p:sldId id="316" r:id="rId45"/>
    <p:sldId id="317" r:id="rId46"/>
    <p:sldId id="321" r:id="rId47"/>
    <p:sldId id="332" r:id="rId48"/>
    <p:sldId id="335" r:id="rId49"/>
    <p:sldId id="336" r:id="rId50"/>
    <p:sldId id="337" r:id="rId51"/>
    <p:sldId id="338" r:id="rId52"/>
    <p:sldId id="354" r:id="rId53"/>
    <p:sldId id="322" r:id="rId54"/>
    <p:sldId id="323" r:id="rId55"/>
    <p:sldId id="358" r:id="rId56"/>
    <p:sldId id="357" r:id="rId57"/>
    <p:sldId id="359" r:id="rId58"/>
    <p:sldId id="360" r:id="rId59"/>
    <p:sldId id="286" r:id="rId60"/>
    <p:sldId id="361" r:id="rId61"/>
    <p:sldId id="362" r:id="rId62"/>
    <p:sldId id="327" r:id="rId63"/>
    <p:sldId id="328" r:id="rId64"/>
    <p:sldId id="329" r:id="rId65"/>
    <p:sldId id="330" r:id="rId66"/>
    <p:sldId id="331" r:id="rId67"/>
    <p:sldId id="370" r:id="rId68"/>
    <p:sldId id="371" r:id="rId69"/>
    <p:sldId id="372" r:id="rId70"/>
    <p:sldId id="373" r:id="rId71"/>
    <p:sldId id="374" r:id="rId72"/>
    <p:sldId id="364" r:id="rId73"/>
    <p:sldId id="375" r:id="rId74"/>
    <p:sldId id="377" r:id="rId75"/>
    <p:sldId id="376" r:id="rId76"/>
    <p:sldId id="378" r:id="rId77"/>
    <p:sldId id="379" r:id="rId78"/>
    <p:sldId id="380" r:id="rId79"/>
    <p:sldId id="381" r:id="rId80"/>
    <p:sldId id="382" r:id="rId81"/>
    <p:sldId id="383" r:id="rId82"/>
    <p:sldId id="384" r:id="rId83"/>
    <p:sldId id="385" r:id="rId84"/>
    <p:sldId id="386" r:id="rId85"/>
    <p:sldId id="339" r:id="rId86"/>
    <p:sldId id="340" r:id="rId87"/>
    <p:sldId id="261" r:id="rId88"/>
  </p:sldIdLst>
  <p:sldSz cx="12192000" cy="6858000"/>
  <p:notesSz cx="6858000" cy="9144000"/>
  <p:embeddedFontLst>
    <p:embeddedFont>
      <p:font typeface="Barlow" panose="00000500000000000000" pitchFamily="2" charset="0"/>
      <p:regular r:id="rId90"/>
      <p:bold r:id="rId91"/>
      <p:italic r:id="rId92"/>
      <p:boldItalic r:id="rId9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EC30BA-CC70-47D7-A434-7C2EE548736C}" v="8" dt="2022-12-02T10:40:35.911"/>
    <p1510:client id="{30B1E267-39A2-4F8A-8A74-B6ADB7338A2B}" v="106" dt="2022-12-05T03:42:21.724"/>
    <p1510:client id="{3138A45A-FA1E-4F65-A08B-BC5E05A7AE61}" v="65" dt="2022-12-02T10:11:19.402"/>
    <p1510:client id="{318AC3E4-60CD-4A13-ADB0-34DA325E8438}" v="209" dt="2022-05-10T01:26:26.486"/>
    <p1510:client id="{47E535F7-98D4-4B92-A4F4-B4763144E924}" v="92" dt="2022-12-02T10:36:57.653"/>
    <p1510:client id="{4AC0E8DB-E734-4ADF-ACB6-E10074E6A8D7}" v="257" dt="2022-12-04T08:43:22.447"/>
    <p1510:client id="{564EB890-7DCE-4EFA-8F5D-AA6FEE473A4D}" v="994" dt="2022-12-04T07:34:38.258"/>
    <p1510:client id="{5EA9695C-F42E-41EA-93CB-877254F8DCA1}" v="372" dt="2022-05-09T05:43:05.935"/>
    <p1510:client id="{6591D07A-AE29-40AF-9CE6-C91B3C2916EE}" v="13" dt="2022-05-10T03:20:28.470"/>
    <p1510:client id="{6F2DB6EB-38DA-45AD-9F8E-E262156C0483}" v="84" dt="2022-12-03T03:43:15.651"/>
    <p1510:client id="{803EC253-C515-42CE-965D-8DB262416B18}" v="17" dt="2022-05-09T03:19:09.791"/>
    <p1510:client id="{86B00FD3-9EAC-45B9-A2AA-84C4F0B2704E}" v="70" dt="2022-12-04T04:23:50.702"/>
    <p1510:client id="{901085D3-77F3-4B87-9586-242BD07EC582}" v="15" dt="2022-05-09T06:30:29.516"/>
    <p1510:client id="{98FA6046-2E8C-44DD-BC9A-89AF848DC7A2}" v="21" dt="2022-12-05T03:28:17.440"/>
    <p1510:client id="{B06A0667-D4F4-405D-9963-F9458ADFDACC}" v="4" vWet="5" dt="2022-05-09T23:46:25.249"/>
    <p1510:client id="{BDC034BD-61C3-49B8-BE9F-327A47E8CA59}" v="25" dt="2022-12-03T03:56:10.200"/>
    <p1510:client id="{C7F63F85-97F9-4C82-8200-3AF883A6F7BE}" v="12" dt="2022-05-09T12:30:06.324"/>
    <p1510:client id="{D22E358E-9A40-4A65-B7B2-BE7FCC818CA0}" v="18" dt="2022-05-09T14:48:33.013"/>
    <p1510:client id="{E83CB649-AC35-4F86-9110-20F3518A5824}" v="295" dt="2022-05-09T13:35:28.699"/>
    <p1510:client id="{EF68FAA1-4B9A-4422-B10F-4C5D7EEFED1F}" v="85" dt="2022-12-03T12:55:57.861"/>
    <p1510:client id="{FF6C74F4-AA92-4504-9D43-890EDF5B6051}" v="24" dt="2022-12-05T03:37:04.8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10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notesMaster" Target="notesMasters/notesMaster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font" Target="fonts/font1.fntdata"/><Relationship Id="rId95"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font" Target="fonts/font2.fntdata"/><Relationship Id="rId9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3.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4.fntdata"/><Relationship Id="rId9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E97886-9817-49E8-915F-80332A098644}" type="datetimeFigureOut">
              <a:rPr lang="en-US" smtClean="0"/>
              <a:t>4/4/2024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1B46A6-58E2-4E1B-A943-1C1CA0E05F44}" type="slidenum">
              <a:rPr lang="en-US" smtClean="0"/>
              <a:t>‹#›</a:t>
            </a:fld>
            <a:endParaRPr lang="en-US"/>
          </a:p>
        </p:txBody>
      </p:sp>
    </p:spTree>
    <p:extLst>
      <p:ext uri="{BB962C8B-B14F-4D97-AF65-F5344CB8AC3E}">
        <p14:creationId xmlns:p14="http://schemas.microsoft.com/office/powerpoint/2010/main" val="594452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9" name="Google Shape;559;p7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4" name="Google Shape;564;p7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0" name="Google Shape;570;p7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6" name="Google Shape;576;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7422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8942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5185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1287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59946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7" name="Google Shape;597;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9833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4088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8613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4697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7" name="Google Shape;597;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63812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7" name="Google Shape;597;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49630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7" name="Google Shape;597;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3066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6" name="Google Shape;626;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7" name="Google Shape;597;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57325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7" name="Google Shape;597;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49804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7" name="Google Shape;597;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56560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7" name="Google Shape;597;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67596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8" name="Google Shape;638;p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4" name="Google Shape;644;p8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3.sv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3.sv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Only">
    <p:spTree>
      <p:nvGrpSpPr>
        <p:cNvPr id="1" name=""/>
        <p:cNvGrpSpPr/>
        <p:nvPr/>
      </p:nvGrpSpPr>
      <p:grpSpPr>
        <a:xfrm>
          <a:off x="0" y="0"/>
          <a:ext cx="0" cy="0"/>
          <a:chOff x="0" y="0"/>
          <a:chExt cx="0" cy="0"/>
        </a:xfrm>
      </p:grpSpPr>
      <p:pic>
        <p:nvPicPr>
          <p:cNvPr id="8" name="Picture 7" descr="A picture containing text, outdoor, red, dark&#10;&#10;Description automatically generated">
            <a:extLst>
              <a:ext uri="{FF2B5EF4-FFF2-40B4-BE49-F238E27FC236}">
                <a16:creationId xmlns:a16="http://schemas.microsoft.com/office/drawing/2014/main" id="{EE4E4A69-3CC1-45BD-97D2-24463BDBDF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43751"/>
          <a:stretch/>
        </p:blipFill>
        <p:spPr>
          <a:xfrm>
            <a:off x="0" y="0"/>
            <a:ext cx="12192000" cy="6858000"/>
          </a:xfrm>
          <a:prstGeom prst="rect">
            <a:avLst/>
          </a:prstGeom>
        </p:spPr>
      </p:pic>
      <p:sp>
        <p:nvSpPr>
          <p:cNvPr id="2" name="Title 1">
            <a:extLst>
              <a:ext uri="{FF2B5EF4-FFF2-40B4-BE49-F238E27FC236}">
                <a16:creationId xmlns:a16="http://schemas.microsoft.com/office/drawing/2014/main" id="{60555425-F435-4209-96C0-3871115680E7}"/>
              </a:ext>
            </a:extLst>
          </p:cNvPr>
          <p:cNvSpPr>
            <a:spLocks noGrp="1"/>
          </p:cNvSpPr>
          <p:nvPr>
            <p:ph type="ctrTitle"/>
          </p:nvPr>
        </p:nvSpPr>
        <p:spPr>
          <a:xfrm>
            <a:off x="838200" y="1871854"/>
            <a:ext cx="10515600" cy="2002970"/>
          </a:xfrm>
        </p:spPr>
        <p:txBody>
          <a:bodyPr anchor="b">
            <a:normAutofit/>
          </a:bodyPr>
          <a:lstStyle>
            <a:lvl1pPr algn="l">
              <a:defRPr sz="4800">
                <a:solidFill>
                  <a:srgbClr val="FFC000"/>
                </a:solidFill>
                <a:effectLst>
                  <a:outerShdw blurRad="50800" dist="38100" dir="2700000" algn="tl" rotWithShape="0">
                    <a:prstClr val="black">
                      <a:alpha val="40000"/>
                    </a:prstClr>
                  </a:outerShdw>
                </a:effectLst>
              </a:defRPr>
            </a:lvl1pPr>
          </a:lstStyle>
          <a:p>
            <a:r>
              <a:rPr lang="en-US"/>
              <a:t>Click to edit Master title style</a:t>
            </a:r>
          </a:p>
        </p:txBody>
      </p:sp>
      <p:sp>
        <p:nvSpPr>
          <p:cNvPr id="3" name="Subtitle 2">
            <a:extLst>
              <a:ext uri="{FF2B5EF4-FFF2-40B4-BE49-F238E27FC236}">
                <a16:creationId xmlns:a16="http://schemas.microsoft.com/office/drawing/2014/main" id="{D9A99210-CC28-41A9-A6AE-95C2EB5C8E5F}"/>
              </a:ext>
            </a:extLst>
          </p:cNvPr>
          <p:cNvSpPr>
            <a:spLocks noGrp="1"/>
          </p:cNvSpPr>
          <p:nvPr>
            <p:ph type="subTitle" idx="1"/>
          </p:nvPr>
        </p:nvSpPr>
        <p:spPr>
          <a:xfrm>
            <a:off x="838200" y="3873693"/>
            <a:ext cx="10515600" cy="1736572"/>
          </a:xfrm>
        </p:spPr>
        <p:txBody>
          <a:bodyPr/>
          <a:lstStyle>
            <a:lvl1pPr marL="0" indent="0" algn="l">
              <a:buNone/>
              <a:defRPr sz="2400">
                <a:solidFill>
                  <a:schemeClr val="bg1"/>
                </a:solidFill>
                <a:effectLst>
                  <a:outerShdw blurRad="50800" dist="38100" dir="2700000" algn="tl" rotWithShape="0">
                    <a:prstClr val="black">
                      <a:alpha val="40000"/>
                    </a:prstClr>
                  </a:outerShdw>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C04A0A-6CE0-4910-897E-24D1BF5ADB3D}"/>
              </a:ext>
            </a:extLst>
          </p:cNvPr>
          <p:cNvSpPr>
            <a:spLocks noGrp="1"/>
          </p:cNvSpPr>
          <p:nvPr>
            <p:ph type="dt" sz="half" idx="10"/>
          </p:nvPr>
        </p:nvSpPr>
        <p:spPr/>
        <p:txBody>
          <a:bodyPr/>
          <a:lstStyle/>
          <a:p>
            <a:fld id="{9F227C71-5F24-4F3E-949A-A1DC1F33F13F}" type="datetimeFigureOut">
              <a:rPr lang="en-US" smtClean="0"/>
              <a:t>4/4/2024</a:t>
            </a:fld>
            <a:endParaRPr lang="en-US"/>
          </a:p>
        </p:txBody>
      </p:sp>
      <p:sp>
        <p:nvSpPr>
          <p:cNvPr id="5" name="Footer Placeholder 4">
            <a:extLst>
              <a:ext uri="{FF2B5EF4-FFF2-40B4-BE49-F238E27FC236}">
                <a16:creationId xmlns:a16="http://schemas.microsoft.com/office/drawing/2014/main" id="{3F3FDA9B-9404-4354-97DF-CF560C1353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5A9FA-5341-44F5-A70C-D4A4F2E7905E}"/>
              </a:ext>
            </a:extLst>
          </p:cNvPr>
          <p:cNvSpPr>
            <a:spLocks noGrp="1"/>
          </p:cNvSpPr>
          <p:nvPr>
            <p:ph type="sldNum" sz="quarter" idx="12"/>
          </p:nvPr>
        </p:nvSpPr>
        <p:spPr/>
        <p:txBody>
          <a:bodyPr/>
          <a:lstStyle/>
          <a:p>
            <a:fld id="{50509731-B028-4F76-9779-BE55604AE81F}" type="slidenum">
              <a:rPr lang="en-US" smtClean="0"/>
              <a:t>‹#›</a:t>
            </a:fld>
            <a:endParaRPr lang="en-US"/>
          </a:p>
        </p:txBody>
      </p:sp>
      <p:pic>
        <p:nvPicPr>
          <p:cNvPr id="13" name="Graphic 12">
            <a:extLst>
              <a:ext uri="{FF2B5EF4-FFF2-40B4-BE49-F238E27FC236}">
                <a16:creationId xmlns:a16="http://schemas.microsoft.com/office/drawing/2014/main" id="{AAC66664-FE79-470D-B2D0-1EBC68ACD2E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8200" y="605734"/>
            <a:ext cx="6556141" cy="765865"/>
          </a:xfrm>
          <a:prstGeom prst="rect">
            <a:avLst/>
          </a:prstGeom>
        </p:spPr>
      </p:pic>
      <p:pic>
        <p:nvPicPr>
          <p:cNvPr id="10" name="Picture 9" descr="Logo&#10;&#10;Description automatically generated">
            <a:extLst>
              <a:ext uri="{FF2B5EF4-FFF2-40B4-BE49-F238E27FC236}">
                <a16:creationId xmlns:a16="http://schemas.microsoft.com/office/drawing/2014/main" id="{D1BD0F5E-9710-4F56-9533-F7193613103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878683" y="218597"/>
            <a:ext cx="1544999" cy="1153002"/>
          </a:xfrm>
          <a:prstGeom prst="rect">
            <a:avLst/>
          </a:prstGeom>
        </p:spPr>
      </p:pic>
    </p:spTree>
    <p:extLst>
      <p:ext uri="{BB962C8B-B14F-4D97-AF65-F5344CB8AC3E}">
        <p14:creationId xmlns:p14="http://schemas.microsoft.com/office/powerpoint/2010/main" val="3712510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pic>
        <p:nvPicPr>
          <p:cNvPr id="8" name="Picture 7" descr="A picture containing text, outdoor, red, dark&#10;&#10;Description automatically generated">
            <a:extLst>
              <a:ext uri="{FF2B5EF4-FFF2-40B4-BE49-F238E27FC236}">
                <a16:creationId xmlns:a16="http://schemas.microsoft.com/office/drawing/2014/main" id="{EE4E4A69-3CC1-45BD-97D2-24463BDBDF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 b="43751"/>
          <a:stretch/>
        </p:blipFill>
        <p:spPr>
          <a:xfrm>
            <a:off x="0" y="0"/>
            <a:ext cx="12192000" cy="6858000"/>
          </a:xfrm>
          <a:prstGeom prst="rect">
            <a:avLst/>
          </a:prstGeom>
        </p:spPr>
      </p:pic>
      <p:sp>
        <p:nvSpPr>
          <p:cNvPr id="2" name="Title 1">
            <a:extLst>
              <a:ext uri="{FF2B5EF4-FFF2-40B4-BE49-F238E27FC236}">
                <a16:creationId xmlns:a16="http://schemas.microsoft.com/office/drawing/2014/main" id="{60555425-F435-4209-96C0-3871115680E7}"/>
              </a:ext>
            </a:extLst>
          </p:cNvPr>
          <p:cNvSpPr>
            <a:spLocks noGrp="1"/>
          </p:cNvSpPr>
          <p:nvPr>
            <p:ph type="ctrTitle"/>
          </p:nvPr>
        </p:nvSpPr>
        <p:spPr>
          <a:xfrm>
            <a:off x="600973" y="2698749"/>
            <a:ext cx="4652514" cy="1909763"/>
          </a:xfrm>
        </p:spPr>
        <p:txBody>
          <a:bodyPr anchor="b">
            <a:normAutofit/>
          </a:bodyPr>
          <a:lstStyle>
            <a:lvl1pPr algn="l">
              <a:defRPr sz="4800">
                <a:solidFill>
                  <a:srgbClr val="FFC000"/>
                </a:solidFill>
                <a:effectLst>
                  <a:outerShdw blurRad="50800" dist="38100" dir="2700000" algn="tl" rotWithShape="0">
                    <a:prstClr val="black">
                      <a:alpha val="40000"/>
                    </a:prstClr>
                  </a:outerShdw>
                </a:effectLst>
              </a:defRPr>
            </a:lvl1pPr>
          </a:lstStyle>
          <a:p>
            <a:r>
              <a:rPr lang="en-US"/>
              <a:t>Click to edit Master title style</a:t>
            </a:r>
          </a:p>
        </p:txBody>
      </p:sp>
      <p:sp>
        <p:nvSpPr>
          <p:cNvPr id="3" name="Subtitle 2">
            <a:extLst>
              <a:ext uri="{FF2B5EF4-FFF2-40B4-BE49-F238E27FC236}">
                <a16:creationId xmlns:a16="http://schemas.microsoft.com/office/drawing/2014/main" id="{D9A99210-CC28-41A9-A6AE-95C2EB5C8E5F}"/>
              </a:ext>
            </a:extLst>
          </p:cNvPr>
          <p:cNvSpPr>
            <a:spLocks noGrp="1"/>
          </p:cNvSpPr>
          <p:nvPr>
            <p:ph type="subTitle" idx="1"/>
          </p:nvPr>
        </p:nvSpPr>
        <p:spPr>
          <a:xfrm>
            <a:off x="600973" y="4700588"/>
            <a:ext cx="4652514" cy="1655762"/>
          </a:xfrm>
        </p:spPr>
        <p:txBody>
          <a:bodyPr/>
          <a:lstStyle>
            <a:lvl1pPr marL="0" indent="0" algn="l">
              <a:buNone/>
              <a:defRPr sz="2400">
                <a:solidFill>
                  <a:schemeClr val="bg1"/>
                </a:solidFill>
                <a:effectLst>
                  <a:outerShdw blurRad="50800" dist="38100" dir="2700000" algn="tl" rotWithShape="0">
                    <a:prstClr val="black">
                      <a:alpha val="40000"/>
                    </a:prstClr>
                  </a:outerShdw>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C04A0A-6CE0-4910-897E-24D1BF5ADB3D}"/>
              </a:ext>
            </a:extLst>
          </p:cNvPr>
          <p:cNvSpPr>
            <a:spLocks noGrp="1"/>
          </p:cNvSpPr>
          <p:nvPr>
            <p:ph type="dt" sz="half" idx="10"/>
          </p:nvPr>
        </p:nvSpPr>
        <p:spPr/>
        <p:txBody>
          <a:bodyPr/>
          <a:lstStyle/>
          <a:p>
            <a:fld id="{9F227C71-5F24-4F3E-949A-A1DC1F33F13F}" type="datetimeFigureOut">
              <a:rPr lang="en-US" smtClean="0"/>
              <a:t>4/4/2024</a:t>
            </a:fld>
            <a:endParaRPr lang="en-US"/>
          </a:p>
        </p:txBody>
      </p:sp>
      <p:sp>
        <p:nvSpPr>
          <p:cNvPr id="5" name="Footer Placeholder 4">
            <a:extLst>
              <a:ext uri="{FF2B5EF4-FFF2-40B4-BE49-F238E27FC236}">
                <a16:creationId xmlns:a16="http://schemas.microsoft.com/office/drawing/2014/main" id="{3F3FDA9B-9404-4354-97DF-CF560C1353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5A9FA-5341-44F5-A70C-D4A4F2E7905E}"/>
              </a:ext>
            </a:extLst>
          </p:cNvPr>
          <p:cNvSpPr>
            <a:spLocks noGrp="1"/>
          </p:cNvSpPr>
          <p:nvPr>
            <p:ph type="sldNum" sz="quarter" idx="12"/>
          </p:nvPr>
        </p:nvSpPr>
        <p:spPr/>
        <p:txBody>
          <a:bodyPr/>
          <a:lstStyle/>
          <a:p>
            <a:fld id="{50509731-B028-4F76-9779-BE55604AE81F}" type="slidenum">
              <a:rPr lang="en-US" smtClean="0"/>
              <a:t>‹#›</a:t>
            </a:fld>
            <a:endParaRPr lang="en-US"/>
          </a:p>
        </p:txBody>
      </p:sp>
      <p:pic>
        <p:nvPicPr>
          <p:cNvPr id="13" name="Graphic 12">
            <a:extLst>
              <a:ext uri="{FF2B5EF4-FFF2-40B4-BE49-F238E27FC236}">
                <a16:creationId xmlns:a16="http://schemas.microsoft.com/office/drawing/2014/main" id="{AAC66664-FE79-470D-B2D0-1EBC68ACD2E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00973" y="605735"/>
            <a:ext cx="4353811" cy="508597"/>
          </a:xfrm>
          <a:prstGeom prst="rect">
            <a:avLst/>
          </a:prstGeom>
        </p:spPr>
      </p:pic>
      <p:sp>
        <p:nvSpPr>
          <p:cNvPr id="9" name="Picture Placeholder 2">
            <a:extLst>
              <a:ext uri="{FF2B5EF4-FFF2-40B4-BE49-F238E27FC236}">
                <a16:creationId xmlns:a16="http://schemas.microsoft.com/office/drawing/2014/main" id="{4708147B-49C2-4784-9001-965C85B07D8C}"/>
              </a:ext>
            </a:extLst>
          </p:cNvPr>
          <p:cNvSpPr>
            <a:spLocks noGrp="1"/>
          </p:cNvSpPr>
          <p:nvPr>
            <p:ph type="pic" idx="13"/>
          </p:nvPr>
        </p:nvSpPr>
        <p:spPr>
          <a:xfrm>
            <a:off x="6855122" y="0"/>
            <a:ext cx="5336877" cy="6857999"/>
          </a:xfrm>
        </p:spPr>
        <p:txBody>
          <a:bodyPr anchor="ct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pic>
        <p:nvPicPr>
          <p:cNvPr id="10" name="Picture 9" descr="Logo&#10;&#10;Description automatically generated">
            <a:extLst>
              <a:ext uri="{FF2B5EF4-FFF2-40B4-BE49-F238E27FC236}">
                <a16:creationId xmlns:a16="http://schemas.microsoft.com/office/drawing/2014/main" id="{517453F8-2098-476A-A038-AEE60DF4788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462709" y="209235"/>
            <a:ext cx="1266582" cy="945225"/>
          </a:xfrm>
          <a:prstGeom prst="rect">
            <a:avLst/>
          </a:prstGeom>
        </p:spPr>
      </p:pic>
    </p:spTree>
    <p:extLst>
      <p:ext uri="{BB962C8B-B14F-4D97-AF65-F5344CB8AC3E}">
        <p14:creationId xmlns:p14="http://schemas.microsoft.com/office/powerpoint/2010/main" val="4029561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Slide">
    <p:spTree>
      <p:nvGrpSpPr>
        <p:cNvPr id="1" name=""/>
        <p:cNvGrpSpPr/>
        <p:nvPr/>
      </p:nvGrpSpPr>
      <p:grpSpPr>
        <a:xfrm>
          <a:off x="0" y="0"/>
          <a:ext cx="0" cy="0"/>
          <a:chOff x="0" y="0"/>
          <a:chExt cx="0" cy="0"/>
        </a:xfrm>
      </p:grpSpPr>
      <p:pic>
        <p:nvPicPr>
          <p:cNvPr id="13" name="Picture 12" descr="Background pattern&#10;&#10;Description automatically generated with medium confidence">
            <a:extLst>
              <a:ext uri="{FF2B5EF4-FFF2-40B4-BE49-F238E27FC236}">
                <a16:creationId xmlns:a16="http://schemas.microsoft.com/office/drawing/2014/main" id="{0827D840-26C6-40A0-B9FB-0038B015C9F7}"/>
              </a:ext>
            </a:extLst>
          </p:cNvPr>
          <p:cNvPicPr>
            <a:picLocks noChangeAspect="1"/>
          </p:cNvPicPr>
          <p:nvPr userDrawn="1"/>
        </p:nvPicPr>
        <p:blipFill rotWithShape="1">
          <a:blip r:embed="rId2" cstate="print">
            <a:alphaModFix amt="35000"/>
            <a:extLst>
              <a:ext uri="{28A0092B-C50C-407E-A947-70E740481C1C}">
                <a14:useLocalDpi xmlns:a14="http://schemas.microsoft.com/office/drawing/2010/main" val="0"/>
              </a:ext>
            </a:extLst>
          </a:blip>
          <a:srcRect t="28931"/>
          <a:stretch/>
        </p:blipFill>
        <p:spPr>
          <a:xfrm>
            <a:off x="10064" y="741708"/>
            <a:ext cx="12181936" cy="6116291"/>
          </a:xfrm>
          <a:prstGeom prst="rect">
            <a:avLst/>
          </a:prstGeom>
        </p:spPr>
      </p:pic>
      <p:pic>
        <p:nvPicPr>
          <p:cNvPr id="7" name="Picture 6" descr="A picture containing text, outdoor, red, dark&#10;&#10;Description automatically generated">
            <a:extLst>
              <a:ext uri="{FF2B5EF4-FFF2-40B4-BE49-F238E27FC236}">
                <a16:creationId xmlns:a16="http://schemas.microsoft.com/office/drawing/2014/main" id="{A4BFD5F8-D3A9-4775-BD3E-12092D385B5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 b="86134"/>
          <a:stretch/>
        </p:blipFill>
        <p:spPr>
          <a:xfrm>
            <a:off x="0" y="0"/>
            <a:ext cx="12192000" cy="1690688"/>
          </a:xfrm>
          <a:prstGeom prst="rect">
            <a:avLst/>
          </a:prstGeom>
        </p:spPr>
      </p:pic>
      <p:sp>
        <p:nvSpPr>
          <p:cNvPr id="2" name="Title 1">
            <a:extLst>
              <a:ext uri="{FF2B5EF4-FFF2-40B4-BE49-F238E27FC236}">
                <a16:creationId xmlns:a16="http://schemas.microsoft.com/office/drawing/2014/main" id="{D6EFDAD0-0036-4D98-9649-EC6B5118E341}"/>
              </a:ext>
            </a:extLst>
          </p:cNvPr>
          <p:cNvSpPr>
            <a:spLocks noGrp="1"/>
          </p:cNvSpPr>
          <p:nvPr>
            <p:ph type="title"/>
          </p:nvPr>
        </p:nvSpPr>
        <p:spPr/>
        <p:txBody>
          <a:bodyPr/>
          <a:lstStyle>
            <a:lvl1pPr>
              <a:defRPr>
                <a:solidFill>
                  <a:srgbClr val="FFC000"/>
                </a:solidFill>
                <a:effectLst>
                  <a:outerShdw blurRad="50800" dist="38100" dir="2700000" algn="tl" rotWithShape="0">
                    <a:prstClr val="black">
                      <a:alpha val="40000"/>
                    </a:prstClr>
                  </a:outerShdw>
                </a:effectLst>
              </a:defRPr>
            </a:lvl1pPr>
          </a:lstStyle>
          <a:p>
            <a:r>
              <a:rPr lang="en-US"/>
              <a:t>Click to edit Master title style</a:t>
            </a:r>
          </a:p>
        </p:txBody>
      </p:sp>
      <p:sp>
        <p:nvSpPr>
          <p:cNvPr id="3" name="Content Placeholder 2">
            <a:extLst>
              <a:ext uri="{FF2B5EF4-FFF2-40B4-BE49-F238E27FC236}">
                <a16:creationId xmlns:a16="http://schemas.microsoft.com/office/drawing/2014/main" id="{20F00617-3E99-4CED-97D3-DCFE22C34C25}"/>
              </a:ext>
            </a:extLst>
          </p:cNvPr>
          <p:cNvSpPr>
            <a:spLocks noGrp="1"/>
          </p:cNvSpPr>
          <p:nvPr>
            <p:ph idx="1"/>
          </p:nvPr>
        </p:nvSpPr>
        <p:spPr>
          <a:xfrm>
            <a:off x="838200" y="1825625"/>
            <a:ext cx="10515600" cy="4123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496D8D-0654-4333-B952-8B7E9E3666BE}"/>
              </a:ext>
            </a:extLst>
          </p:cNvPr>
          <p:cNvSpPr>
            <a:spLocks noGrp="1"/>
          </p:cNvSpPr>
          <p:nvPr>
            <p:ph type="dt" sz="half" idx="10"/>
          </p:nvPr>
        </p:nvSpPr>
        <p:spPr/>
        <p:txBody>
          <a:bodyPr/>
          <a:lstStyle/>
          <a:p>
            <a:fld id="{9F227C71-5F24-4F3E-949A-A1DC1F33F13F}" type="datetimeFigureOut">
              <a:rPr lang="en-US" smtClean="0"/>
              <a:t>4/4/2024</a:t>
            </a:fld>
            <a:endParaRPr lang="en-US"/>
          </a:p>
        </p:txBody>
      </p:sp>
      <p:sp>
        <p:nvSpPr>
          <p:cNvPr id="5" name="Footer Placeholder 4">
            <a:extLst>
              <a:ext uri="{FF2B5EF4-FFF2-40B4-BE49-F238E27FC236}">
                <a16:creationId xmlns:a16="http://schemas.microsoft.com/office/drawing/2014/main" id="{E90AFADA-ED97-47FC-9480-26FF0EE36D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4755B3-7186-4ACB-8E6A-45A68F4C9858}"/>
              </a:ext>
            </a:extLst>
          </p:cNvPr>
          <p:cNvSpPr>
            <a:spLocks noGrp="1"/>
          </p:cNvSpPr>
          <p:nvPr>
            <p:ph type="sldNum" sz="quarter" idx="12"/>
          </p:nvPr>
        </p:nvSpPr>
        <p:spPr/>
        <p:txBody>
          <a:bodyPr/>
          <a:lstStyle/>
          <a:p>
            <a:fld id="{50509731-B028-4F76-9779-BE55604AE81F}" type="slidenum">
              <a:rPr lang="en-US" smtClean="0"/>
              <a:t>‹#›</a:t>
            </a:fld>
            <a:endParaRPr lang="en-US"/>
          </a:p>
        </p:txBody>
      </p:sp>
      <p:pic>
        <p:nvPicPr>
          <p:cNvPr id="16" name="Picture 15" descr="A picture containing text, outdoor, red, dark&#10;&#10;Description automatically generated">
            <a:extLst>
              <a:ext uri="{FF2B5EF4-FFF2-40B4-BE49-F238E27FC236}">
                <a16:creationId xmlns:a16="http://schemas.microsoft.com/office/drawing/2014/main" id="{6EAD6D36-1A92-4494-AAC0-98436F2978E7}"/>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4574" r="15449" b="55051"/>
          <a:stretch/>
        </p:blipFill>
        <p:spPr>
          <a:xfrm>
            <a:off x="-211312" y="6131244"/>
            <a:ext cx="10308566" cy="45719"/>
          </a:xfrm>
          <a:prstGeom prst="rect">
            <a:avLst/>
          </a:prstGeom>
        </p:spPr>
      </p:pic>
      <p:pic>
        <p:nvPicPr>
          <p:cNvPr id="14" name="Picture 13">
            <a:extLst>
              <a:ext uri="{FF2B5EF4-FFF2-40B4-BE49-F238E27FC236}">
                <a16:creationId xmlns:a16="http://schemas.microsoft.com/office/drawing/2014/main" id="{E082F6E1-B58C-451E-8C51-98544EF67EC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38200" y="6221652"/>
            <a:ext cx="4518804" cy="542446"/>
          </a:xfrm>
          <a:prstGeom prst="rect">
            <a:avLst/>
          </a:prstGeom>
        </p:spPr>
      </p:pic>
      <p:pic>
        <p:nvPicPr>
          <p:cNvPr id="18" name="Picture 17" descr="Logo&#10;&#10;Description automatically generated">
            <a:extLst>
              <a:ext uri="{FF2B5EF4-FFF2-40B4-BE49-F238E27FC236}">
                <a16:creationId xmlns:a16="http://schemas.microsoft.com/office/drawing/2014/main" id="{466C1D99-23AE-44DB-AF0A-7418858E49D1}"/>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197878" y="5777806"/>
            <a:ext cx="1198336" cy="884040"/>
          </a:xfrm>
          <a:prstGeom prst="rect">
            <a:avLst/>
          </a:prstGeom>
        </p:spPr>
      </p:pic>
      <p:pic>
        <p:nvPicPr>
          <p:cNvPr id="19" name="Picture 18" descr="A picture containing text, outdoor, red, dark&#10;&#10;Description automatically generated">
            <a:extLst>
              <a:ext uri="{FF2B5EF4-FFF2-40B4-BE49-F238E27FC236}">
                <a16:creationId xmlns:a16="http://schemas.microsoft.com/office/drawing/2014/main" id="{EF54C5E2-9D51-4421-AAA5-5A917A9DCAA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77759" t="44551" r="15449" b="55051"/>
          <a:stretch/>
        </p:blipFill>
        <p:spPr>
          <a:xfrm>
            <a:off x="11448691" y="6128388"/>
            <a:ext cx="828136" cy="48575"/>
          </a:xfrm>
          <a:prstGeom prst="rect">
            <a:avLst/>
          </a:prstGeom>
        </p:spPr>
      </p:pic>
    </p:spTree>
    <p:extLst>
      <p:ext uri="{BB962C8B-B14F-4D97-AF65-F5344CB8AC3E}">
        <p14:creationId xmlns:p14="http://schemas.microsoft.com/office/powerpoint/2010/main" val="1702838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3" name="Picture 12" descr="Background pattern&#10;&#10;Description automatically generated with medium confidence">
            <a:extLst>
              <a:ext uri="{FF2B5EF4-FFF2-40B4-BE49-F238E27FC236}">
                <a16:creationId xmlns:a16="http://schemas.microsoft.com/office/drawing/2014/main" id="{0827D840-26C6-40A0-B9FB-0038B015C9F7}"/>
              </a:ext>
            </a:extLst>
          </p:cNvPr>
          <p:cNvPicPr>
            <a:picLocks noChangeAspect="1"/>
          </p:cNvPicPr>
          <p:nvPr userDrawn="1"/>
        </p:nvPicPr>
        <p:blipFill rotWithShape="1">
          <a:blip r:embed="rId2" cstate="print">
            <a:alphaModFix amt="35000"/>
            <a:extLst>
              <a:ext uri="{28A0092B-C50C-407E-A947-70E740481C1C}">
                <a14:useLocalDpi xmlns:a14="http://schemas.microsoft.com/office/drawing/2010/main" val="0"/>
              </a:ext>
            </a:extLst>
          </a:blip>
          <a:srcRect t="28931"/>
          <a:stretch/>
        </p:blipFill>
        <p:spPr>
          <a:xfrm>
            <a:off x="10064" y="741708"/>
            <a:ext cx="12181936" cy="6116291"/>
          </a:xfrm>
          <a:prstGeom prst="rect">
            <a:avLst/>
          </a:prstGeom>
        </p:spPr>
      </p:pic>
      <p:pic>
        <p:nvPicPr>
          <p:cNvPr id="7" name="Picture 6" descr="A picture containing text, outdoor, red, dark&#10;&#10;Description automatically generated">
            <a:extLst>
              <a:ext uri="{FF2B5EF4-FFF2-40B4-BE49-F238E27FC236}">
                <a16:creationId xmlns:a16="http://schemas.microsoft.com/office/drawing/2014/main" id="{A4BFD5F8-D3A9-4775-BD3E-12092D385B5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 b="86134"/>
          <a:stretch/>
        </p:blipFill>
        <p:spPr>
          <a:xfrm>
            <a:off x="0" y="0"/>
            <a:ext cx="12192000" cy="1690688"/>
          </a:xfrm>
          <a:prstGeom prst="rect">
            <a:avLst/>
          </a:prstGeom>
        </p:spPr>
      </p:pic>
      <p:sp>
        <p:nvSpPr>
          <p:cNvPr id="2" name="Title 1">
            <a:extLst>
              <a:ext uri="{FF2B5EF4-FFF2-40B4-BE49-F238E27FC236}">
                <a16:creationId xmlns:a16="http://schemas.microsoft.com/office/drawing/2014/main" id="{D6EFDAD0-0036-4D98-9649-EC6B5118E341}"/>
              </a:ext>
            </a:extLst>
          </p:cNvPr>
          <p:cNvSpPr>
            <a:spLocks noGrp="1"/>
          </p:cNvSpPr>
          <p:nvPr>
            <p:ph type="title"/>
          </p:nvPr>
        </p:nvSpPr>
        <p:spPr>
          <a:xfrm>
            <a:off x="493142" y="365125"/>
            <a:ext cx="11353799" cy="1325563"/>
          </a:xfrm>
        </p:spPr>
        <p:txBody>
          <a:bodyPr/>
          <a:lstStyle>
            <a:lvl1pPr>
              <a:defRPr>
                <a:solidFill>
                  <a:srgbClr val="FFC000"/>
                </a:solidFill>
                <a:effectLst>
                  <a:outerShdw blurRad="50800" dist="38100" dir="2700000" algn="tl" rotWithShape="0">
                    <a:prstClr val="black">
                      <a:alpha val="40000"/>
                    </a:prstClr>
                  </a:outerShdw>
                </a:effectLst>
              </a:defRPr>
            </a:lvl1pPr>
          </a:lstStyle>
          <a:p>
            <a:r>
              <a:rPr lang="en-US"/>
              <a:t>Click to edit Master title style</a:t>
            </a:r>
          </a:p>
        </p:txBody>
      </p:sp>
      <p:sp>
        <p:nvSpPr>
          <p:cNvPr id="3" name="Content Placeholder 2">
            <a:extLst>
              <a:ext uri="{FF2B5EF4-FFF2-40B4-BE49-F238E27FC236}">
                <a16:creationId xmlns:a16="http://schemas.microsoft.com/office/drawing/2014/main" id="{20F00617-3E99-4CED-97D3-DCFE22C34C25}"/>
              </a:ext>
            </a:extLst>
          </p:cNvPr>
          <p:cNvSpPr>
            <a:spLocks noGrp="1"/>
          </p:cNvSpPr>
          <p:nvPr>
            <p:ph idx="1"/>
          </p:nvPr>
        </p:nvSpPr>
        <p:spPr>
          <a:xfrm>
            <a:off x="493143" y="1870076"/>
            <a:ext cx="5717875" cy="41262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496D8D-0654-4333-B952-8B7E9E3666BE}"/>
              </a:ext>
            </a:extLst>
          </p:cNvPr>
          <p:cNvSpPr>
            <a:spLocks noGrp="1"/>
          </p:cNvSpPr>
          <p:nvPr>
            <p:ph type="dt" sz="half" idx="10"/>
          </p:nvPr>
        </p:nvSpPr>
        <p:spPr/>
        <p:txBody>
          <a:bodyPr/>
          <a:lstStyle/>
          <a:p>
            <a:fld id="{9F227C71-5F24-4F3E-949A-A1DC1F33F13F}" type="datetimeFigureOut">
              <a:rPr lang="en-US" smtClean="0"/>
              <a:t>4/4/2024</a:t>
            </a:fld>
            <a:endParaRPr lang="en-US"/>
          </a:p>
        </p:txBody>
      </p:sp>
      <p:sp>
        <p:nvSpPr>
          <p:cNvPr id="5" name="Footer Placeholder 4">
            <a:extLst>
              <a:ext uri="{FF2B5EF4-FFF2-40B4-BE49-F238E27FC236}">
                <a16:creationId xmlns:a16="http://schemas.microsoft.com/office/drawing/2014/main" id="{E90AFADA-ED97-47FC-9480-26FF0EE36D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4755B3-7186-4ACB-8E6A-45A68F4C9858}"/>
              </a:ext>
            </a:extLst>
          </p:cNvPr>
          <p:cNvSpPr>
            <a:spLocks noGrp="1"/>
          </p:cNvSpPr>
          <p:nvPr>
            <p:ph type="sldNum" sz="quarter" idx="12"/>
          </p:nvPr>
        </p:nvSpPr>
        <p:spPr/>
        <p:txBody>
          <a:bodyPr/>
          <a:lstStyle/>
          <a:p>
            <a:fld id="{50509731-B028-4F76-9779-BE55604AE81F}" type="slidenum">
              <a:rPr lang="en-US" smtClean="0"/>
              <a:t>‹#›</a:t>
            </a:fld>
            <a:endParaRPr lang="en-US"/>
          </a:p>
        </p:txBody>
      </p:sp>
      <p:sp>
        <p:nvSpPr>
          <p:cNvPr id="10" name="Picture Placeholder 2">
            <a:extLst>
              <a:ext uri="{FF2B5EF4-FFF2-40B4-BE49-F238E27FC236}">
                <a16:creationId xmlns:a16="http://schemas.microsoft.com/office/drawing/2014/main" id="{6D02E3C5-3221-42A4-A7D9-686F66631326}"/>
              </a:ext>
            </a:extLst>
          </p:cNvPr>
          <p:cNvSpPr>
            <a:spLocks noGrp="1"/>
          </p:cNvSpPr>
          <p:nvPr>
            <p:ph type="pic" idx="13"/>
          </p:nvPr>
        </p:nvSpPr>
        <p:spPr>
          <a:xfrm>
            <a:off x="6510065" y="1870075"/>
            <a:ext cx="5336877" cy="4126232"/>
          </a:xfrm>
        </p:spPr>
        <p:txBody>
          <a:bodyPr anchor="ctr"/>
          <a:lstStyle>
            <a:lvl1pPr marL="0" indent="0" algn="ctr">
              <a:buNone/>
              <a:defRPr sz="3200">
                <a:solidFill>
                  <a:srgbClr val="990000"/>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pic>
        <p:nvPicPr>
          <p:cNvPr id="14" name="Picture 13" descr="A picture containing text, outdoor, red, dark&#10;&#10;Description automatically generated">
            <a:extLst>
              <a:ext uri="{FF2B5EF4-FFF2-40B4-BE49-F238E27FC236}">
                <a16:creationId xmlns:a16="http://schemas.microsoft.com/office/drawing/2014/main" id="{F86BC514-4C48-4BBB-8EF8-B2E0A542D880}"/>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4574" r="15449" b="55051"/>
          <a:stretch/>
        </p:blipFill>
        <p:spPr>
          <a:xfrm>
            <a:off x="-211312" y="6131244"/>
            <a:ext cx="10308566" cy="45719"/>
          </a:xfrm>
          <a:prstGeom prst="rect">
            <a:avLst/>
          </a:prstGeom>
        </p:spPr>
      </p:pic>
      <p:pic>
        <p:nvPicPr>
          <p:cNvPr id="15" name="Picture 14">
            <a:extLst>
              <a:ext uri="{FF2B5EF4-FFF2-40B4-BE49-F238E27FC236}">
                <a16:creationId xmlns:a16="http://schemas.microsoft.com/office/drawing/2014/main" id="{C189560A-43E3-4220-9B71-08486E896FD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38200" y="6221652"/>
            <a:ext cx="4518804" cy="542446"/>
          </a:xfrm>
          <a:prstGeom prst="rect">
            <a:avLst/>
          </a:prstGeom>
        </p:spPr>
      </p:pic>
      <p:pic>
        <p:nvPicPr>
          <p:cNvPr id="17" name="Picture 16" descr="Logo&#10;&#10;Description automatically generated">
            <a:extLst>
              <a:ext uri="{FF2B5EF4-FFF2-40B4-BE49-F238E27FC236}">
                <a16:creationId xmlns:a16="http://schemas.microsoft.com/office/drawing/2014/main" id="{E6A13560-1EC9-4895-BDE1-FE1BFDCD2D7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197878" y="5777806"/>
            <a:ext cx="1198336" cy="884040"/>
          </a:xfrm>
          <a:prstGeom prst="rect">
            <a:avLst/>
          </a:prstGeom>
        </p:spPr>
      </p:pic>
      <p:pic>
        <p:nvPicPr>
          <p:cNvPr id="18" name="Picture 17" descr="A picture containing text, outdoor, red, dark&#10;&#10;Description automatically generated">
            <a:extLst>
              <a:ext uri="{FF2B5EF4-FFF2-40B4-BE49-F238E27FC236}">
                <a16:creationId xmlns:a16="http://schemas.microsoft.com/office/drawing/2014/main" id="{16D47B4E-0F4E-4078-B4DF-2A28931544B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77759" t="44551" r="15449" b="55051"/>
          <a:stretch/>
        </p:blipFill>
        <p:spPr>
          <a:xfrm>
            <a:off x="11448691" y="6128388"/>
            <a:ext cx="828136" cy="48575"/>
          </a:xfrm>
          <a:prstGeom prst="rect">
            <a:avLst/>
          </a:prstGeom>
        </p:spPr>
      </p:pic>
    </p:spTree>
    <p:extLst>
      <p:ext uri="{BB962C8B-B14F-4D97-AF65-F5344CB8AC3E}">
        <p14:creationId xmlns:p14="http://schemas.microsoft.com/office/powerpoint/2010/main" val="2443904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Background pattern&#10;&#10;Description automatically generated with medium confidence">
            <a:extLst>
              <a:ext uri="{FF2B5EF4-FFF2-40B4-BE49-F238E27FC236}">
                <a16:creationId xmlns:a16="http://schemas.microsoft.com/office/drawing/2014/main" id="{182A64A8-672A-4724-825A-F8A733AD5C4F}"/>
              </a:ext>
            </a:extLst>
          </p:cNvPr>
          <p:cNvPicPr>
            <a:picLocks noChangeAspect="1"/>
          </p:cNvPicPr>
          <p:nvPr userDrawn="1"/>
        </p:nvPicPr>
        <p:blipFill rotWithShape="1">
          <a:blip r:embed="rId2" cstate="print">
            <a:alphaModFix amt="35000"/>
            <a:extLst>
              <a:ext uri="{28A0092B-C50C-407E-A947-70E740481C1C}">
                <a14:useLocalDpi xmlns:a14="http://schemas.microsoft.com/office/drawing/2010/main" val="0"/>
              </a:ext>
            </a:extLst>
          </a:blip>
          <a:srcRect t="20312"/>
          <a:stretch/>
        </p:blipFill>
        <p:spPr>
          <a:xfrm>
            <a:off x="10064" y="0"/>
            <a:ext cx="12181936" cy="6857999"/>
          </a:xfrm>
          <a:prstGeom prst="rect">
            <a:avLst/>
          </a:prstGeom>
        </p:spPr>
      </p:pic>
      <p:sp>
        <p:nvSpPr>
          <p:cNvPr id="2" name="Title 1">
            <a:extLst>
              <a:ext uri="{FF2B5EF4-FFF2-40B4-BE49-F238E27FC236}">
                <a16:creationId xmlns:a16="http://schemas.microsoft.com/office/drawing/2014/main" id="{61B8C7AD-5F2F-47F9-A0EC-5D09E4DAD586}"/>
              </a:ext>
            </a:extLst>
          </p:cNvPr>
          <p:cNvSpPr>
            <a:spLocks noGrp="1"/>
          </p:cNvSpPr>
          <p:nvPr>
            <p:ph type="title"/>
          </p:nvPr>
        </p:nvSpPr>
        <p:spPr>
          <a:xfrm>
            <a:off x="831850" y="1709738"/>
            <a:ext cx="10515600" cy="2852737"/>
          </a:xfrm>
        </p:spPr>
        <p:txBody>
          <a:bodyPr anchor="b"/>
          <a:lstStyle>
            <a:lvl1pPr>
              <a:defRPr sz="6000">
                <a:solidFill>
                  <a:srgbClr val="990000"/>
                </a:solidFill>
              </a:defRPr>
            </a:lvl1pPr>
          </a:lstStyle>
          <a:p>
            <a:r>
              <a:rPr lang="en-US"/>
              <a:t>Click to edit Master title style</a:t>
            </a:r>
          </a:p>
        </p:txBody>
      </p:sp>
      <p:sp>
        <p:nvSpPr>
          <p:cNvPr id="3" name="Text Placeholder 2">
            <a:extLst>
              <a:ext uri="{FF2B5EF4-FFF2-40B4-BE49-F238E27FC236}">
                <a16:creationId xmlns:a16="http://schemas.microsoft.com/office/drawing/2014/main" id="{79072907-1C59-44B5-B235-8370374685AD}"/>
              </a:ext>
            </a:extLst>
          </p:cNvPr>
          <p:cNvSpPr>
            <a:spLocks noGrp="1"/>
          </p:cNvSpPr>
          <p:nvPr>
            <p:ph type="body" idx="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1F843F-BB11-4D71-8E86-0361B6D57CE5}"/>
              </a:ext>
            </a:extLst>
          </p:cNvPr>
          <p:cNvSpPr>
            <a:spLocks noGrp="1"/>
          </p:cNvSpPr>
          <p:nvPr>
            <p:ph type="dt" sz="half" idx="10"/>
          </p:nvPr>
        </p:nvSpPr>
        <p:spPr/>
        <p:txBody>
          <a:bodyPr/>
          <a:lstStyle/>
          <a:p>
            <a:fld id="{9F227C71-5F24-4F3E-949A-A1DC1F33F13F}" type="datetimeFigureOut">
              <a:rPr lang="en-US" smtClean="0"/>
              <a:t>4/4/2024</a:t>
            </a:fld>
            <a:endParaRPr lang="en-US"/>
          </a:p>
        </p:txBody>
      </p:sp>
      <p:sp>
        <p:nvSpPr>
          <p:cNvPr id="5" name="Footer Placeholder 4">
            <a:extLst>
              <a:ext uri="{FF2B5EF4-FFF2-40B4-BE49-F238E27FC236}">
                <a16:creationId xmlns:a16="http://schemas.microsoft.com/office/drawing/2014/main" id="{A3F380F1-1141-45D8-9DCE-70FD3DC09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6B42D-921E-4E98-A7A5-8040132CF032}"/>
              </a:ext>
            </a:extLst>
          </p:cNvPr>
          <p:cNvSpPr>
            <a:spLocks noGrp="1"/>
          </p:cNvSpPr>
          <p:nvPr>
            <p:ph type="sldNum" sz="quarter" idx="12"/>
          </p:nvPr>
        </p:nvSpPr>
        <p:spPr/>
        <p:txBody>
          <a:bodyPr/>
          <a:lstStyle/>
          <a:p>
            <a:fld id="{50509731-B028-4F76-9779-BE55604AE81F}" type="slidenum">
              <a:rPr lang="en-US" smtClean="0"/>
              <a:t>‹#›</a:t>
            </a:fld>
            <a:endParaRPr lang="en-US"/>
          </a:p>
        </p:txBody>
      </p:sp>
      <p:pic>
        <p:nvPicPr>
          <p:cNvPr id="7" name="Picture 6" descr="A picture containing text, outdoor, red, dark&#10;&#10;Description automatically generated">
            <a:extLst>
              <a:ext uri="{FF2B5EF4-FFF2-40B4-BE49-F238E27FC236}">
                <a16:creationId xmlns:a16="http://schemas.microsoft.com/office/drawing/2014/main" id="{18876BDD-9642-44D4-B514-EBE4FECAE94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4574" b="43751"/>
          <a:stretch/>
        </p:blipFill>
        <p:spPr>
          <a:xfrm>
            <a:off x="0" y="5434642"/>
            <a:ext cx="12192000" cy="1423358"/>
          </a:xfrm>
          <a:prstGeom prst="rect">
            <a:avLst/>
          </a:prstGeom>
        </p:spPr>
      </p:pic>
      <p:pic>
        <p:nvPicPr>
          <p:cNvPr id="9" name="Picture 8">
            <a:extLst>
              <a:ext uri="{FF2B5EF4-FFF2-40B4-BE49-F238E27FC236}">
                <a16:creationId xmlns:a16="http://schemas.microsoft.com/office/drawing/2014/main" id="{26EAA32A-6C94-49DC-B2C9-573E747310A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38200" y="586020"/>
            <a:ext cx="5207851" cy="625161"/>
          </a:xfrm>
          <a:prstGeom prst="rect">
            <a:avLst/>
          </a:prstGeom>
        </p:spPr>
      </p:pic>
      <p:pic>
        <p:nvPicPr>
          <p:cNvPr id="12" name="Picture 11" descr="Logo&#10;&#10;Description automatically generated">
            <a:extLst>
              <a:ext uri="{FF2B5EF4-FFF2-40B4-BE49-F238E27FC236}">
                <a16:creationId xmlns:a16="http://schemas.microsoft.com/office/drawing/2014/main" id="{79040DC4-0A74-4831-AF5F-B232FFDD7711}"/>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845363" y="211946"/>
            <a:ext cx="1508437" cy="1112808"/>
          </a:xfrm>
          <a:prstGeom prst="rect">
            <a:avLst/>
          </a:prstGeom>
        </p:spPr>
      </p:pic>
    </p:spTree>
    <p:extLst>
      <p:ext uri="{BB962C8B-B14F-4D97-AF65-F5344CB8AC3E}">
        <p14:creationId xmlns:p14="http://schemas.microsoft.com/office/powerpoint/2010/main" val="716872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pic>
        <p:nvPicPr>
          <p:cNvPr id="8" name="Picture 7" descr="Background pattern&#10;&#10;Description automatically generated with medium confidence">
            <a:extLst>
              <a:ext uri="{FF2B5EF4-FFF2-40B4-BE49-F238E27FC236}">
                <a16:creationId xmlns:a16="http://schemas.microsoft.com/office/drawing/2014/main" id="{182A64A8-672A-4724-825A-F8A733AD5C4F}"/>
              </a:ext>
            </a:extLst>
          </p:cNvPr>
          <p:cNvPicPr>
            <a:picLocks noChangeAspect="1"/>
          </p:cNvPicPr>
          <p:nvPr userDrawn="1"/>
        </p:nvPicPr>
        <p:blipFill rotWithShape="1">
          <a:blip r:embed="rId2" cstate="print">
            <a:alphaModFix amt="35000"/>
            <a:extLst>
              <a:ext uri="{28A0092B-C50C-407E-A947-70E740481C1C}">
                <a14:useLocalDpi xmlns:a14="http://schemas.microsoft.com/office/drawing/2010/main" val="0"/>
              </a:ext>
            </a:extLst>
          </a:blip>
          <a:srcRect t="20312"/>
          <a:stretch/>
        </p:blipFill>
        <p:spPr>
          <a:xfrm>
            <a:off x="10064" y="0"/>
            <a:ext cx="12181936" cy="6857999"/>
          </a:xfrm>
          <a:prstGeom prst="rect">
            <a:avLst/>
          </a:prstGeom>
        </p:spPr>
      </p:pic>
      <p:sp>
        <p:nvSpPr>
          <p:cNvPr id="2" name="Title 1">
            <a:extLst>
              <a:ext uri="{FF2B5EF4-FFF2-40B4-BE49-F238E27FC236}">
                <a16:creationId xmlns:a16="http://schemas.microsoft.com/office/drawing/2014/main" id="{61B8C7AD-5F2F-47F9-A0EC-5D09E4DAD586}"/>
              </a:ext>
            </a:extLst>
          </p:cNvPr>
          <p:cNvSpPr>
            <a:spLocks noGrp="1"/>
          </p:cNvSpPr>
          <p:nvPr>
            <p:ph type="title"/>
          </p:nvPr>
        </p:nvSpPr>
        <p:spPr>
          <a:xfrm>
            <a:off x="831850" y="1621766"/>
            <a:ext cx="5568950" cy="2285700"/>
          </a:xfrm>
        </p:spPr>
        <p:txBody>
          <a:bodyPr anchor="b">
            <a:normAutofit/>
          </a:bodyPr>
          <a:lstStyle>
            <a:lvl1pPr>
              <a:defRPr sz="5400">
                <a:solidFill>
                  <a:srgbClr val="990000"/>
                </a:solidFill>
              </a:defRPr>
            </a:lvl1pPr>
          </a:lstStyle>
          <a:p>
            <a:r>
              <a:rPr lang="en-US"/>
              <a:t>Click to edit Master title style</a:t>
            </a:r>
          </a:p>
        </p:txBody>
      </p:sp>
      <p:sp>
        <p:nvSpPr>
          <p:cNvPr id="3" name="Text Placeholder 2">
            <a:extLst>
              <a:ext uri="{FF2B5EF4-FFF2-40B4-BE49-F238E27FC236}">
                <a16:creationId xmlns:a16="http://schemas.microsoft.com/office/drawing/2014/main" id="{79072907-1C59-44B5-B235-8370374685AD}"/>
              </a:ext>
            </a:extLst>
          </p:cNvPr>
          <p:cNvSpPr>
            <a:spLocks noGrp="1"/>
          </p:cNvSpPr>
          <p:nvPr>
            <p:ph type="body" idx="1"/>
          </p:nvPr>
        </p:nvSpPr>
        <p:spPr>
          <a:xfrm>
            <a:off x="831850" y="3907466"/>
            <a:ext cx="5568950" cy="1201996"/>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1F843F-BB11-4D71-8E86-0361B6D57CE5}"/>
              </a:ext>
            </a:extLst>
          </p:cNvPr>
          <p:cNvSpPr>
            <a:spLocks noGrp="1"/>
          </p:cNvSpPr>
          <p:nvPr>
            <p:ph type="dt" sz="half" idx="10"/>
          </p:nvPr>
        </p:nvSpPr>
        <p:spPr/>
        <p:txBody>
          <a:bodyPr/>
          <a:lstStyle/>
          <a:p>
            <a:fld id="{9F227C71-5F24-4F3E-949A-A1DC1F33F13F}" type="datetimeFigureOut">
              <a:rPr lang="en-US" smtClean="0"/>
              <a:t>4/4/2024</a:t>
            </a:fld>
            <a:endParaRPr lang="en-US"/>
          </a:p>
        </p:txBody>
      </p:sp>
      <p:sp>
        <p:nvSpPr>
          <p:cNvPr id="5" name="Footer Placeholder 4">
            <a:extLst>
              <a:ext uri="{FF2B5EF4-FFF2-40B4-BE49-F238E27FC236}">
                <a16:creationId xmlns:a16="http://schemas.microsoft.com/office/drawing/2014/main" id="{A3F380F1-1141-45D8-9DCE-70FD3DC09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6B42D-921E-4E98-A7A5-8040132CF032}"/>
              </a:ext>
            </a:extLst>
          </p:cNvPr>
          <p:cNvSpPr>
            <a:spLocks noGrp="1"/>
          </p:cNvSpPr>
          <p:nvPr>
            <p:ph type="sldNum" sz="quarter" idx="12"/>
          </p:nvPr>
        </p:nvSpPr>
        <p:spPr/>
        <p:txBody>
          <a:bodyPr/>
          <a:lstStyle/>
          <a:p>
            <a:fld id="{50509731-B028-4F76-9779-BE55604AE81F}" type="slidenum">
              <a:rPr lang="en-US" smtClean="0"/>
              <a:t>‹#›</a:t>
            </a:fld>
            <a:endParaRPr lang="en-US"/>
          </a:p>
        </p:txBody>
      </p:sp>
      <p:pic>
        <p:nvPicPr>
          <p:cNvPr id="7" name="Picture 6" descr="A picture containing text, outdoor, red, dark&#10;&#10;Description automatically generated">
            <a:extLst>
              <a:ext uri="{FF2B5EF4-FFF2-40B4-BE49-F238E27FC236}">
                <a16:creationId xmlns:a16="http://schemas.microsoft.com/office/drawing/2014/main" id="{18876BDD-9642-44D4-B514-EBE4FECAE94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4574" b="43751"/>
          <a:stretch/>
        </p:blipFill>
        <p:spPr>
          <a:xfrm>
            <a:off x="0" y="5434642"/>
            <a:ext cx="12192000" cy="1423358"/>
          </a:xfrm>
          <a:prstGeom prst="rect">
            <a:avLst/>
          </a:prstGeom>
        </p:spPr>
      </p:pic>
      <p:pic>
        <p:nvPicPr>
          <p:cNvPr id="9" name="Picture 8">
            <a:extLst>
              <a:ext uri="{FF2B5EF4-FFF2-40B4-BE49-F238E27FC236}">
                <a16:creationId xmlns:a16="http://schemas.microsoft.com/office/drawing/2014/main" id="{26EAA32A-6C94-49DC-B2C9-573E747310A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38200" y="586020"/>
            <a:ext cx="5207851" cy="625161"/>
          </a:xfrm>
          <a:prstGeom prst="rect">
            <a:avLst/>
          </a:prstGeom>
        </p:spPr>
      </p:pic>
      <p:pic>
        <p:nvPicPr>
          <p:cNvPr id="12" name="Picture 11" descr="Logo&#10;&#10;Description automatically generated">
            <a:extLst>
              <a:ext uri="{FF2B5EF4-FFF2-40B4-BE49-F238E27FC236}">
                <a16:creationId xmlns:a16="http://schemas.microsoft.com/office/drawing/2014/main" id="{79040DC4-0A74-4831-AF5F-B232FFDD7711}"/>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845363" y="211946"/>
            <a:ext cx="1508437" cy="1112808"/>
          </a:xfrm>
          <a:prstGeom prst="rect">
            <a:avLst/>
          </a:prstGeom>
        </p:spPr>
      </p:pic>
      <p:sp>
        <p:nvSpPr>
          <p:cNvPr id="11" name="Picture Placeholder 2">
            <a:extLst>
              <a:ext uri="{FF2B5EF4-FFF2-40B4-BE49-F238E27FC236}">
                <a16:creationId xmlns:a16="http://schemas.microsoft.com/office/drawing/2014/main" id="{B554C651-D843-45E6-839F-21D5939EFB1F}"/>
              </a:ext>
            </a:extLst>
          </p:cNvPr>
          <p:cNvSpPr>
            <a:spLocks noGrp="1"/>
          </p:cNvSpPr>
          <p:nvPr>
            <p:ph type="pic" idx="13"/>
          </p:nvPr>
        </p:nvSpPr>
        <p:spPr>
          <a:xfrm>
            <a:off x="6510065" y="1621766"/>
            <a:ext cx="4850085" cy="3487696"/>
          </a:xfrm>
        </p:spPr>
        <p:txBody>
          <a:bodyPr anchor="ctr"/>
          <a:lstStyle>
            <a:lvl1pPr marL="0" indent="0" algn="ctr">
              <a:buNone/>
              <a:defRPr sz="3200">
                <a:solidFill>
                  <a:srgbClr val="990000"/>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3057286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Background pattern&#10;&#10;Description automatically generated with medium confidence">
            <a:extLst>
              <a:ext uri="{FF2B5EF4-FFF2-40B4-BE49-F238E27FC236}">
                <a16:creationId xmlns:a16="http://schemas.microsoft.com/office/drawing/2014/main" id="{42DAF67E-15F8-4C37-83E3-F7593F89B24C}"/>
              </a:ext>
            </a:extLst>
          </p:cNvPr>
          <p:cNvPicPr>
            <a:picLocks noChangeAspect="1"/>
          </p:cNvPicPr>
          <p:nvPr userDrawn="1"/>
        </p:nvPicPr>
        <p:blipFill rotWithShape="1">
          <a:blip r:embed="rId2" cstate="print">
            <a:alphaModFix amt="35000"/>
            <a:extLst>
              <a:ext uri="{28A0092B-C50C-407E-A947-70E740481C1C}">
                <a14:useLocalDpi xmlns:a14="http://schemas.microsoft.com/office/drawing/2010/main" val="0"/>
              </a:ext>
            </a:extLst>
          </a:blip>
          <a:srcRect t="28931"/>
          <a:stretch/>
        </p:blipFill>
        <p:spPr>
          <a:xfrm>
            <a:off x="10064" y="741708"/>
            <a:ext cx="12181936" cy="6116291"/>
          </a:xfrm>
          <a:prstGeom prst="rect">
            <a:avLst/>
          </a:prstGeom>
        </p:spPr>
      </p:pic>
      <p:pic>
        <p:nvPicPr>
          <p:cNvPr id="8" name="Picture 7" descr="A picture containing text, outdoor, red, dark&#10;&#10;Description automatically generated">
            <a:extLst>
              <a:ext uri="{FF2B5EF4-FFF2-40B4-BE49-F238E27FC236}">
                <a16:creationId xmlns:a16="http://schemas.microsoft.com/office/drawing/2014/main" id="{4BDAE58A-D773-4909-9DD2-9C8FA045EBB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 b="86134"/>
          <a:stretch/>
        </p:blipFill>
        <p:spPr>
          <a:xfrm>
            <a:off x="0" y="0"/>
            <a:ext cx="12192000" cy="1690688"/>
          </a:xfrm>
          <a:prstGeom prst="rect">
            <a:avLst/>
          </a:prstGeom>
        </p:spPr>
      </p:pic>
      <p:sp>
        <p:nvSpPr>
          <p:cNvPr id="2" name="Title 1">
            <a:extLst>
              <a:ext uri="{FF2B5EF4-FFF2-40B4-BE49-F238E27FC236}">
                <a16:creationId xmlns:a16="http://schemas.microsoft.com/office/drawing/2014/main" id="{2EFEABB3-47E6-4787-B0A6-741864AD15E7}"/>
              </a:ext>
            </a:extLst>
          </p:cNvPr>
          <p:cNvSpPr>
            <a:spLocks noGrp="1"/>
          </p:cNvSpPr>
          <p:nvPr>
            <p:ph type="title"/>
          </p:nvPr>
        </p:nvSpPr>
        <p:spPr/>
        <p:txBody>
          <a:bodyPr/>
          <a:lstStyle>
            <a:lvl1pPr>
              <a:defRPr>
                <a:solidFill>
                  <a:srgbClr val="FFC000"/>
                </a:solidFill>
                <a:effectLst>
                  <a:outerShdw blurRad="50800" dist="38100" dir="2700000" algn="tl" rotWithShape="0">
                    <a:prstClr val="black">
                      <a:alpha val="40000"/>
                    </a:prstClr>
                  </a:outerShdw>
                </a:effectLst>
              </a:defRPr>
            </a:lvl1pPr>
          </a:lstStyle>
          <a:p>
            <a:r>
              <a:rPr lang="en-US"/>
              <a:t>Click to edit Master title style</a:t>
            </a:r>
          </a:p>
        </p:txBody>
      </p:sp>
      <p:sp>
        <p:nvSpPr>
          <p:cNvPr id="3" name="Content Placeholder 2">
            <a:extLst>
              <a:ext uri="{FF2B5EF4-FFF2-40B4-BE49-F238E27FC236}">
                <a16:creationId xmlns:a16="http://schemas.microsoft.com/office/drawing/2014/main" id="{2AD2BB3A-ED1C-4DD0-A3B2-58AC88126A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767E2F-4C75-47B0-80C6-E57092562D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72136F-E4B7-4FF5-8E1D-F455C5142678}"/>
              </a:ext>
            </a:extLst>
          </p:cNvPr>
          <p:cNvSpPr>
            <a:spLocks noGrp="1"/>
          </p:cNvSpPr>
          <p:nvPr>
            <p:ph type="dt" sz="half" idx="10"/>
          </p:nvPr>
        </p:nvSpPr>
        <p:spPr/>
        <p:txBody>
          <a:bodyPr/>
          <a:lstStyle/>
          <a:p>
            <a:fld id="{9F227C71-5F24-4F3E-949A-A1DC1F33F13F}" type="datetimeFigureOut">
              <a:rPr lang="en-US" smtClean="0"/>
              <a:t>4/4/2024</a:t>
            </a:fld>
            <a:endParaRPr lang="en-US"/>
          </a:p>
        </p:txBody>
      </p:sp>
      <p:sp>
        <p:nvSpPr>
          <p:cNvPr id="6" name="Footer Placeholder 5">
            <a:extLst>
              <a:ext uri="{FF2B5EF4-FFF2-40B4-BE49-F238E27FC236}">
                <a16:creationId xmlns:a16="http://schemas.microsoft.com/office/drawing/2014/main" id="{F6AB701F-8988-47AA-A735-D3B4CCC559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4C69E4-5AC7-4691-9DD5-40F11D17E6EA}"/>
              </a:ext>
            </a:extLst>
          </p:cNvPr>
          <p:cNvSpPr>
            <a:spLocks noGrp="1"/>
          </p:cNvSpPr>
          <p:nvPr>
            <p:ph type="sldNum" sz="quarter" idx="12"/>
          </p:nvPr>
        </p:nvSpPr>
        <p:spPr/>
        <p:txBody>
          <a:bodyPr/>
          <a:lstStyle/>
          <a:p>
            <a:fld id="{50509731-B028-4F76-9779-BE55604AE81F}" type="slidenum">
              <a:rPr lang="en-US" smtClean="0"/>
              <a:t>‹#›</a:t>
            </a:fld>
            <a:endParaRPr lang="en-US"/>
          </a:p>
        </p:txBody>
      </p:sp>
      <p:pic>
        <p:nvPicPr>
          <p:cNvPr id="12" name="Picture 11" descr="A picture containing text, outdoor, red, dark&#10;&#10;Description automatically generated">
            <a:extLst>
              <a:ext uri="{FF2B5EF4-FFF2-40B4-BE49-F238E27FC236}">
                <a16:creationId xmlns:a16="http://schemas.microsoft.com/office/drawing/2014/main" id="{FE894BCA-AEEA-4EAC-BA04-C30730ADDCE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4574" r="15449" b="55051"/>
          <a:stretch/>
        </p:blipFill>
        <p:spPr>
          <a:xfrm>
            <a:off x="-211312" y="6131244"/>
            <a:ext cx="10308566" cy="45719"/>
          </a:xfrm>
          <a:prstGeom prst="rect">
            <a:avLst/>
          </a:prstGeom>
        </p:spPr>
      </p:pic>
      <p:pic>
        <p:nvPicPr>
          <p:cNvPr id="13" name="Picture 12">
            <a:extLst>
              <a:ext uri="{FF2B5EF4-FFF2-40B4-BE49-F238E27FC236}">
                <a16:creationId xmlns:a16="http://schemas.microsoft.com/office/drawing/2014/main" id="{54D952BD-F815-47A3-BEA9-69EAB8E0476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38200" y="6221652"/>
            <a:ext cx="4518804" cy="542446"/>
          </a:xfrm>
          <a:prstGeom prst="rect">
            <a:avLst/>
          </a:prstGeom>
        </p:spPr>
      </p:pic>
      <p:pic>
        <p:nvPicPr>
          <p:cNvPr id="14" name="Picture 13" descr="Logo&#10;&#10;Description automatically generated">
            <a:extLst>
              <a:ext uri="{FF2B5EF4-FFF2-40B4-BE49-F238E27FC236}">
                <a16:creationId xmlns:a16="http://schemas.microsoft.com/office/drawing/2014/main" id="{B364315E-E265-4418-96FB-EC27C5A9F0BB}"/>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197878" y="5777806"/>
            <a:ext cx="1198336" cy="884040"/>
          </a:xfrm>
          <a:prstGeom prst="rect">
            <a:avLst/>
          </a:prstGeom>
        </p:spPr>
      </p:pic>
      <p:pic>
        <p:nvPicPr>
          <p:cNvPr id="15" name="Picture 14" descr="A picture containing text, outdoor, red, dark&#10;&#10;Description automatically generated">
            <a:extLst>
              <a:ext uri="{FF2B5EF4-FFF2-40B4-BE49-F238E27FC236}">
                <a16:creationId xmlns:a16="http://schemas.microsoft.com/office/drawing/2014/main" id="{9B2989F1-34AA-4096-B0E5-39D5DCBEA659}"/>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77759" t="44551" r="15449" b="55051"/>
          <a:stretch/>
        </p:blipFill>
        <p:spPr>
          <a:xfrm>
            <a:off x="11448691" y="6128388"/>
            <a:ext cx="828136" cy="48575"/>
          </a:xfrm>
          <a:prstGeom prst="rect">
            <a:avLst/>
          </a:prstGeom>
        </p:spPr>
      </p:pic>
    </p:spTree>
    <p:extLst>
      <p:ext uri="{BB962C8B-B14F-4D97-AF65-F5344CB8AC3E}">
        <p14:creationId xmlns:p14="http://schemas.microsoft.com/office/powerpoint/2010/main" val="3132472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Background pattern&#10;&#10;Description automatically generated with medium confidence">
            <a:extLst>
              <a:ext uri="{FF2B5EF4-FFF2-40B4-BE49-F238E27FC236}">
                <a16:creationId xmlns:a16="http://schemas.microsoft.com/office/drawing/2014/main" id="{C99CB2D6-73D4-4060-8BAD-5DBAE6411A1C}"/>
              </a:ext>
            </a:extLst>
          </p:cNvPr>
          <p:cNvPicPr>
            <a:picLocks noChangeAspect="1"/>
          </p:cNvPicPr>
          <p:nvPr userDrawn="1"/>
        </p:nvPicPr>
        <p:blipFill rotWithShape="1">
          <a:blip r:embed="rId2" cstate="print">
            <a:alphaModFix amt="35000"/>
            <a:extLst>
              <a:ext uri="{28A0092B-C50C-407E-A947-70E740481C1C}">
                <a14:useLocalDpi xmlns:a14="http://schemas.microsoft.com/office/drawing/2010/main" val="0"/>
              </a:ext>
            </a:extLst>
          </a:blip>
          <a:srcRect t="28931"/>
          <a:stretch/>
        </p:blipFill>
        <p:spPr>
          <a:xfrm>
            <a:off x="10064" y="741708"/>
            <a:ext cx="12181936" cy="6116291"/>
          </a:xfrm>
          <a:prstGeom prst="rect">
            <a:avLst/>
          </a:prstGeom>
        </p:spPr>
      </p:pic>
      <p:pic>
        <p:nvPicPr>
          <p:cNvPr id="11" name="Picture 10" descr="A picture containing text, outdoor, red, dark&#10;&#10;Description automatically generated">
            <a:extLst>
              <a:ext uri="{FF2B5EF4-FFF2-40B4-BE49-F238E27FC236}">
                <a16:creationId xmlns:a16="http://schemas.microsoft.com/office/drawing/2014/main" id="{E5B12E2E-EC29-4AE6-9837-B8C9FF27C3D0}"/>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 b="86134"/>
          <a:stretch/>
        </p:blipFill>
        <p:spPr>
          <a:xfrm>
            <a:off x="0" y="0"/>
            <a:ext cx="12192000" cy="1690688"/>
          </a:xfrm>
          <a:prstGeom prst="rect">
            <a:avLst/>
          </a:prstGeom>
        </p:spPr>
      </p:pic>
      <p:sp>
        <p:nvSpPr>
          <p:cNvPr id="2" name="Title 1">
            <a:extLst>
              <a:ext uri="{FF2B5EF4-FFF2-40B4-BE49-F238E27FC236}">
                <a16:creationId xmlns:a16="http://schemas.microsoft.com/office/drawing/2014/main" id="{78FF7AF1-33F6-487C-9F6A-6A45006465BE}"/>
              </a:ext>
            </a:extLst>
          </p:cNvPr>
          <p:cNvSpPr>
            <a:spLocks noGrp="1"/>
          </p:cNvSpPr>
          <p:nvPr>
            <p:ph type="title"/>
          </p:nvPr>
        </p:nvSpPr>
        <p:spPr>
          <a:xfrm>
            <a:off x="839788" y="365125"/>
            <a:ext cx="10515600" cy="1325563"/>
          </a:xfrm>
        </p:spPr>
        <p:txBody>
          <a:bodyPr/>
          <a:lstStyle>
            <a:lvl1pPr>
              <a:defRPr>
                <a:solidFill>
                  <a:srgbClr val="FFC000"/>
                </a:solidFill>
                <a:effectLst>
                  <a:outerShdw blurRad="50800" dist="38100" dir="2700000" algn="tl" rotWithShape="0">
                    <a:prstClr val="black">
                      <a:alpha val="40000"/>
                    </a:prstClr>
                  </a:outerShdw>
                </a:effectLst>
              </a:defRPr>
            </a:lvl1pPr>
          </a:lstStyle>
          <a:p>
            <a:r>
              <a:rPr lang="en-US"/>
              <a:t>Click to edit Master title style</a:t>
            </a:r>
          </a:p>
        </p:txBody>
      </p:sp>
      <p:sp>
        <p:nvSpPr>
          <p:cNvPr id="3" name="Text Placeholder 2">
            <a:extLst>
              <a:ext uri="{FF2B5EF4-FFF2-40B4-BE49-F238E27FC236}">
                <a16:creationId xmlns:a16="http://schemas.microsoft.com/office/drawing/2014/main" id="{DAAB4353-AB7B-4963-A9F0-EFE8A9AB335B}"/>
              </a:ext>
            </a:extLst>
          </p:cNvPr>
          <p:cNvSpPr>
            <a:spLocks noGrp="1"/>
          </p:cNvSpPr>
          <p:nvPr>
            <p:ph type="body" idx="1"/>
          </p:nvPr>
        </p:nvSpPr>
        <p:spPr>
          <a:xfrm>
            <a:off x="839788" y="1834282"/>
            <a:ext cx="5157787" cy="527199"/>
          </a:xfrm>
          <a:solidFill>
            <a:srgbClr val="FFC000"/>
          </a:solidFill>
        </p:spPr>
        <p:txBody>
          <a:bodyPr anchor="ctr"/>
          <a:lstStyle>
            <a:lvl1pPr marL="0" indent="0">
              <a:buNone/>
              <a:defRPr sz="2400" b="1">
                <a:solidFill>
                  <a:srgbClr val="99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23FE79-53E6-4D1E-B77E-C3068A6CD18A}"/>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32EA60-77F2-432A-8859-B5469E469966}"/>
              </a:ext>
            </a:extLst>
          </p:cNvPr>
          <p:cNvSpPr>
            <a:spLocks noGrp="1"/>
          </p:cNvSpPr>
          <p:nvPr>
            <p:ph type="body" sz="quarter" idx="3"/>
          </p:nvPr>
        </p:nvSpPr>
        <p:spPr>
          <a:xfrm>
            <a:off x="6172200" y="1834282"/>
            <a:ext cx="5183188" cy="527199"/>
          </a:xfrm>
          <a:solidFill>
            <a:srgbClr val="FFC000"/>
          </a:solidFill>
        </p:spPr>
        <p:txBody>
          <a:bodyPr anchor="ctr"/>
          <a:lstStyle>
            <a:lvl1pPr marL="0" indent="0">
              <a:buNone/>
              <a:defRPr sz="2400" b="1">
                <a:solidFill>
                  <a:srgbClr val="99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C351A5-6BEC-415A-8D7C-2EBCBDA67603}"/>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44CE0D-E5BD-4533-A174-496EECA8734F}"/>
              </a:ext>
            </a:extLst>
          </p:cNvPr>
          <p:cNvSpPr>
            <a:spLocks noGrp="1"/>
          </p:cNvSpPr>
          <p:nvPr>
            <p:ph type="dt" sz="half" idx="10"/>
          </p:nvPr>
        </p:nvSpPr>
        <p:spPr/>
        <p:txBody>
          <a:bodyPr/>
          <a:lstStyle/>
          <a:p>
            <a:fld id="{9F227C71-5F24-4F3E-949A-A1DC1F33F13F}" type="datetimeFigureOut">
              <a:rPr lang="en-US" smtClean="0"/>
              <a:t>4/4/2024</a:t>
            </a:fld>
            <a:endParaRPr lang="en-US"/>
          </a:p>
        </p:txBody>
      </p:sp>
      <p:sp>
        <p:nvSpPr>
          <p:cNvPr id="8" name="Footer Placeholder 7">
            <a:extLst>
              <a:ext uri="{FF2B5EF4-FFF2-40B4-BE49-F238E27FC236}">
                <a16:creationId xmlns:a16="http://schemas.microsoft.com/office/drawing/2014/main" id="{144B98C6-6320-4607-8C38-377EDBDBFC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F156066-C4F1-4B5A-A31F-C645F7FCB1F4}"/>
              </a:ext>
            </a:extLst>
          </p:cNvPr>
          <p:cNvSpPr>
            <a:spLocks noGrp="1"/>
          </p:cNvSpPr>
          <p:nvPr>
            <p:ph type="sldNum" sz="quarter" idx="12"/>
          </p:nvPr>
        </p:nvSpPr>
        <p:spPr/>
        <p:txBody>
          <a:bodyPr/>
          <a:lstStyle/>
          <a:p>
            <a:fld id="{50509731-B028-4F76-9779-BE55604AE81F}" type="slidenum">
              <a:rPr lang="en-US" smtClean="0"/>
              <a:t>‹#›</a:t>
            </a:fld>
            <a:endParaRPr lang="en-US"/>
          </a:p>
        </p:txBody>
      </p:sp>
      <p:pic>
        <p:nvPicPr>
          <p:cNvPr id="15" name="Picture 14" descr="A picture containing text, outdoor, red, dark&#10;&#10;Description automatically generated">
            <a:extLst>
              <a:ext uri="{FF2B5EF4-FFF2-40B4-BE49-F238E27FC236}">
                <a16:creationId xmlns:a16="http://schemas.microsoft.com/office/drawing/2014/main" id="{2FF9FC1A-39C3-4792-B62B-2239DE9C7A9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4574" r="15449" b="55051"/>
          <a:stretch/>
        </p:blipFill>
        <p:spPr>
          <a:xfrm>
            <a:off x="-211312" y="6131244"/>
            <a:ext cx="10308566" cy="45719"/>
          </a:xfrm>
          <a:prstGeom prst="rect">
            <a:avLst/>
          </a:prstGeom>
        </p:spPr>
      </p:pic>
      <p:pic>
        <p:nvPicPr>
          <p:cNvPr id="16" name="Picture 15">
            <a:extLst>
              <a:ext uri="{FF2B5EF4-FFF2-40B4-BE49-F238E27FC236}">
                <a16:creationId xmlns:a16="http://schemas.microsoft.com/office/drawing/2014/main" id="{6863193E-82F7-4EA9-9988-7F7168D8CBD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38200" y="6221652"/>
            <a:ext cx="4518804" cy="542446"/>
          </a:xfrm>
          <a:prstGeom prst="rect">
            <a:avLst/>
          </a:prstGeom>
        </p:spPr>
      </p:pic>
      <p:pic>
        <p:nvPicPr>
          <p:cNvPr id="17" name="Picture 16" descr="Logo&#10;&#10;Description automatically generated">
            <a:extLst>
              <a:ext uri="{FF2B5EF4-FFF2-40B4-BE49-F238E27FC236}">
                <a16:creationId xmlns:a16="http://schemas.microsoft.com/office/drawing/2014/main" id="{ABBB0C2B-F0A8-44DE-9450-520C019D7829}"/>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197878" y="5777806"/>
            <a:ext cx="1198336" cy="884040"/>
          </a:xfrm>
          <a:prstGeom prst="rect">
            <a:avLst/>
          </a:prstGeom>
        </p:spPr>
      </p:pic>
      <p:pic>
        <p:nvPicPr>
          <p:cNvPr id="18" name="Picture 17" descr="A picture containing text, outdoor, red, dark&#10;&#10;Description automatically generated">
            <a:extLst>
              <a:ext uri="{FF2B5EF4-FFF2-40B4-BE49-F238E27FC236}">
                <a16:creationId xmlns:a16="http://schemas.microsoft.com/office/drawing/2014/main" id="{B579104E-71B0-4C12-BFCB-AB3C6F3608D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77759" t="44551" r="15449" b="55051"/>
          <a:stretch/>
        </p:blipFill>
        <p:spPr>
          <a:xfrm>
            <a:off x="11448691" y="6128388"/>
            <a:ext cx="828136" cy="48575"/>
          </a:xfrm>
          <a:prstGeom prst="rect">
            <a:avLst/>
          </a:prstGeom>
        </p:spPr>
      </p:pic>
    </p:spTree>
    <p:extLst>
      <p:ext uri="{BB962C8B-B14F-4D97-AF65-F5344CB8AC3E}">
        <p14:creationId xmlns:p14="http://schemas.microsoft.com/office/powerpoint/2010/main" val="1622478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Background pattern&#10;&#10;Description automatically generated with medium confidence">
            <a:extLst>
              <a:ext uri="{FF2B5EF4-FFF2-40B4-BE49-F238E27FC236}">
                <a16:creationId xmlns:a16="http://schemas.microsoft.com/office/drawing/2014/main" id="{05F4934B-0F19-4098-A970-9C2A221E491E}"/>
              </a:ext>
            </a:extLst>
          </p:cNvPr>
          <p:cNvPicPr>
            <a:picLocks noChangeAspect="1"/>
          </p:cNvPicPr>
          <p:nvPr userDrawn="1"/>
        </p:nvPicPr>
        <p:blipFill rotWithShape="1">
          <a:blip r:embed="rId2" cstate="print">
            <a:alphaModFix amt="35000"/>
            <a:extLst>
              <a:ext uri="{28A0092B-C50C-407E-A947-70E740481C1C}">
                <a14:useLocalDpi xmlns:a14="http://schemas.microsoft.com/office/drawing/2010/main" val="0"/>
              </a:ext>
            </a:extLst>
          </a:blip>
          <a:srcRect t="20312"/>
          <a:stretch/>
        </p:blipFill>
        <p:spPr>
          <a:xfrm>
            <a:off x="10064" y="0"/>
            <a:ext cx="12181936" cy="6857999"/>
          </a:xfrm>
          <a:prstGeom prst="rect">
            <a:avLst/>
          </a:prstGeom>
        </p:spPr>
      </p:pic>
      <p:pic>
        <p:nvPicPr>
          <p:cNvPr id="7" name="Picture 6" descr="A picture containing text, outdoor, red, dark&#10;&#10;Description automatically generated">
            <a:extLst>
              <a:ext uri="{FF2B5EF4-FFF2-40B4-BE49-F238E27FC236}">
                <a16:creationId xmlns:a16="http://schemas.microsoft.com/office/drawing/2014/main" id="{80BD5D76-9DF4-4C20-B582-C2FB4F6DEB4A}"/>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 b="86134"/>
          <a:stretch/>
        </p:blipFill>
        <p:spPr>
          <a:xfrm>
            <a:off x="0" y="0"/>
            <a:ext cx="12192000" cy="1690688"/>
          </a:xfrm>
          <a:prstGeom prst="rect">
            <a:avLst/>
          </a:prstGeom>
        </p:spPr>
      </p:pic>
      <p:sp>
        <p:nvSpPr>
          <p:cNvPr id="2" name="Title 1">
            <a:extLst>
              <a:ext uri="{FF2B5EF4-FFF2-40B4-BE49-F238E27FC236}">
                <a16:creationId xmlns:a16="http://schemas.microsoft.com/office/drawing/2014/main" id="{3E1CA19C-68E6-4035-9619-572D86D48241}"/>
              </a:ext>
            </a:extLst>
          </p:cNvPr>
          <p:cNvSpPr>
            <a:spLocks noGrp="1"/>
          </p:cNvSpPr>
          <p:nvPr>
            <p:ph type="title"/>
          </p:nvPr>
        </p:nvSpPr>
        <p:spPr/>
        <p:txBody>
          <a:bodyPr/>
          <a:lstStyle>
            <a:lvl1pPr>
              <a:defRPr>
                <a:solidFill>
                  <a:srgbClr val="FFC000"/>
                </a:solidFill>
                <a:effectLst>
                  <a:outerShdw blurRad="50800" dist="38100" dir="2700000" algn="tl" rotWithShape="0">
                    <a:prstClr val="black">
                      <a:alpha val="40000"/>
                    </a:prstClr>
                  </a:outerShdw>
                </a:effectLst>
              </a:defRPr>
            </a:lvl1pPr>
          </a:lstStyle>
          <a:p>
            <a:r>
              <a:rPr lang="en-US"/>
              <a:t>Click to edit Master title style</a:t>
            </a:r>
          </a:p>
        </p:txBody>
      </p:sp>
      <p:sp>
        <p:nvSpPr>
          <p:cNvPr id="3" name="Date Placeholder 2">
            <a:extLst>
              <a:ext uri="{FF2B5EF4-FFF2-40B4-BE49-F238E27FC236}">
                <a16:creationId xmlns:a16="http://schemas.microsoft.com/office/drawing/2014/main" id="{07F1E65B-C92D-40E0-BD4A-5F10606CA401}"/>
              </a:ext>
            </a:extLst>
          </p:cNvPr>
          <p:cNvSpPr>
            <a:spLocks noGrp="1"/>
          </p:cNvSpPr>
          <p:nvPr>
            <p:ph type="dt" sz="half" idx="10"/>
          </p:nvPr>
        </p:nvSpPr>
        <p:spPr/>
        <p:txBody>
          <a:bodyPr/>
          <a:lstStyle/>
          <a:p>
            <a:fld id="{9F227C71-5F24-4F3E-949A-A1DC1F33F13F}" type="datetimeFigureOut">
              <a:rPr lang="en-US" smtClean="0"/>
              <a:t>4/4/2024</a:t>
            </a:fld>
            <a:endParaRPr lang="en-US"/>
          </a:p>
        </p:txBody>
      </p:sp>
      <p:sp>
        <p:nvSpPr>
          <p:cNvPr id="4" name="Footer Placeholder 3">
            <a:extLst>
              <a:ext uri="{FF2B5EF4-FFF2-40B4-BE49-F238E27FC236}">
                <a16:creationId xmlns:a16="http://schemas.microsoft.com/office/drawing/2014/main" id="{7CE6B4F0-DD29-4246-9929-BB8B363BAC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804C1F-1881-49F6-8D98-7331E02EEA6A}"/>
              </a:ext>
            </a:extLst>
          </p:cNvPr>
          <p:cNvSpPr>
            <a:spLocks noGrp="1"/>
          </p:cNvSpPr>
          <p:nvPr>
            <p:ph type="sldNum" sz="quarter" idx="12"/>
          </p:nvPr>
        </p:nvSpPr>
        <p:spPr/>
        <p:txBody>
          <a:bodyPr/>
          <a:lstStyle/>
          <a:p>
            <a:fld id="{50509731-B028-4F76-9779-BE55604AE81F}" type="slidenum">
              <a:rPr lang="en-US" smtClean="0"/>
              <a:t>‹#›</a:t>
            </a:fld>
            <a:endParaRPr lang="en-US"/>
          </a:p>
        </p:txBody>
      </p:sp>
      <p:pic>
        <p:nvPicPr>
          <p:cNvPr id="11" name="Picture 10" descr="A picture containing text, outdoor, red, dark&#10;&#10;Description automatically generated">
            <a:extLst>
              <a:ext uri="{FF2B5EF4-FFF2-40B4-BE49-F238E27FC236}">
                <a16:creationId xmlns:a16="http://schemas.microsoft.com/office/drawing/2014/main" id="{A53D477E-B907-4436-8D2F-627820112C1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4574" r="15449" b="55051"/>
          <a:stretch/>
        </p:blipFill>
        <p:spPr>
          <a:xfrm>
            <a:off x="-211312" y="6131244"/>
            <a:ext cx="10308566" cy="45719"/>
          </a:xfrm>
          <a:prstGeom prst="rect">
            <a:avLst/>
          </a:prstGeom>
        </p:spPr>
      </p:pic>
      <p:pic>
        <p:nvPicPr>
          <p:cNvPr id="12" name="Picture 11">
            <a:extLst>
              <a:ext uri="{FF2B5EF4-FFF2-40B4-BE49-F238E27FC236}">
                <a16:creationId xmlns:a16="http://schemas.microsoft.com/office/drawing/2014/main" id="{1CD4C4E1-BDF2-4D48-9EA0-876DD313C50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38200" y="6221652"/>
            <a:ext cx="4518804" cy="542446"/>
          </a:xfrm>
          <a:prstGeom prst="rect">
            <a:avLst/>
          </a:prstGeom>
        </p:spPr>
      </p:pic>
      <p:pic>
        <p:nvPicPr>
          <p:cNvPr id="13" name="Picture 12" descr="Logo&#10;&#10;Description automatically generated">
            <a:extLst>
              <a:ext uri="{FF2B5EF4-FFF2-40B4-BE49-F238E27FC236}">
                <a16:creationId xmlns:a16="http://schemas.microsoft.com/office/drawing/2014/main" id="{83C6440F-392A-4B90-B5C7-C24688BD2507}"/>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197878" y="5777806"/>
            <a:ext cx="1198336" cy="884040"/>
          </a:xfrm>
          <a:prstGeom prst="rect">
            <a:avLst/>
          </a:prstGeom>
        </p:spPr>
      </p:pic>
      <p:pic>
        <p:nvPicPr>
          <p:cNvPr id="14" name="Picture 13" descr="A picture containing text, outdoor, red, dark&#10;&#10;Description automatically generated">
            <a:extLst>
              <a:ext uri="{FF2B5EF4-FFF2-40B4-BE49-F238E27FC236}">
                <a16:creationId xmlns:a16="http://schemas.microsoft.com/office/drawing/2014/main" id="{AD2F4B99-3FCB-4B5E-9C2E-780A0F177FD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77759" t="44551" r="15449" b="55051"/>
          <a:stretch/>
        </p:blipFill>
        <p:spPr>
          <a:xfrm>
            <a:off x="11448691" y="6128388"/>
            <a:ext cx="828136" cy="48575"/>
          </a:xfrm>
          <a:prstGeom prst="rect">
            <a:avLst/>
          </a:prstGeom>
        </p:spPr>
      </p:pic>
    </p:spTree>
    <p:extLst>
      <p:ext uri="{BB962C8B-B14F-4D97-AF65-F5344CB8AC3E}">
        <p14:creationId xmlns:p14="http://schemas.microsoft.com/office/powerpoint/2010/main" val="5955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Background pattern&#10;&#10;Description automatically generated with medium confidence">
            <a:extLst>
              <a:ext uri="{FF2B5EF4-FFF2-40B4-BE49-F238E27FC236}">
                <a16:creationId xmlns:a16="http://schemas.microsoft.com/office/drawing/2014/main" id="{1A54C4D8-C569-4B13-A618-466ABC1E0543}"/>
              </a:ext>
            </a:extLst>
          </p:cNvPr>
          <p:cNvPicPr>
            <a:picLocks noChangeAspect="1"/>
          </p:cNvPicPr>
          <p:nvPr userDrawn="1"/>
        </p:nvPicPr>
        <p:blipFill rotWithShape="1">
          <a:blip r:embed="rId2" cstate="print">
            <a:alphaModFix amt="35000"/>
            <a:extLst>
              <a:ext uri="{28A0092B-C50C-407E-A947-70E740481C1C}">
                <a14:useLocalDpi xmlns:a14="http://schemas.microsoft.com/office/drawing/2010/main" val="0"/>
              </a:ext>
            </a:extLst>
          </a:blip>
          <a:srcRect t="20312"/>
          <a:stretch/>
        </p:blipFill>
        <p:spPr>
          <a:xfrm>
            <a:off x="10064" y="0"/>
            <a:ext cx="12181936" cy="6857999"/>
          </a:xfrm>
          <a:prstGeom prst="rect">
            <a:avLst/>
          </a:prstGeom>
        </p:spPr>
      </p:pic>
      <p:sp>
        <p:nvSpPr>
          <p:cNvPr id="2" name="Date Placeholder 1">
            <a:extLst>
              <a:ext uri="{FF2B5EF4-FFF2-40B4-BE49-F238E27FC236}">
                <a16:creationId xmlns:a16="http://schemas.microsoft.com/office/drawing/2014/main" id="{B60AED9A-F877-4CDC-A37C-9CC20298B939}"/>
              </a:ext>
            </a:extLst>
          </p:cNvPr>
          <p:cNvSpPr>
            <a:spLocks noGrp="1"/>
          </p:cNvSpPr>
          <p:nvPr>
            <p:ph type="dt" sz="half" idx="10"/>
          </p:nvPr>
        </p:nvSpPr>
        <p:spPr/>
        <p:txBody>
          <a:bodyPr/>
          <a:lstStyle/>
          <a:p>
            <a:fld id="{9F227C71-5F24-4F3E-949A-A1DC1F33F13F}" type="datetimeFigureOut">
              <a:rPr lang="en-US" smtClean="0"/>
              <a:t>4/4/2024</a:t>
            </a:fld>
            <a:endParaRPr lang="en-US"/>
          </a:p>
        </p:txBody>
      </p:sp>
      <p:sp>
        <p:nvSpPr>
          <p:cNvPr id="3" name="Footer Placeholder 2">
            <a:extLst>
              <a:ext uri="{FF2B5EF4-FFF2-40B4-BE49-F238E27FC236}">
                <a16:creationId xmlns:a16="http://schemas.microsoft.com/office/drawing/2014/main" id="{EA13212D-9176-48D0-B28B-084003F245C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13C5B6-8295-4158-96DD-716E83AE47A9}"/>
              </a:ext>
            </a:extLst>
          </p:cNvPr>
          <p:cNvSpPr>
            <a:spLocks noGrp="1"/>
          </p:cNvSpPr>
          <p:nvPr>
            <p:ph type="sldNum" sz="quarter" idx="12"/>
          </p:nvPr>
        </p:nvSpPr>
        <p:spPr/>
        <p:txBody>
          <a:bodyPr/>
          <a:lstStyle/>
          <a:p>
            <a:fld id="{50509731-B028-4F76-9779-BE55604AE81F}" type="slidenum">
              <a:rPr lang="en-US" smtClean="0"/>
              <a:t>‹#›</a:t>
            </a:fld>
            <a:endParaRPr lang="en-US"/>
          </a:p>
        </p:txBody>
      </p:sp>
    </p:spTree>
    <p:extLst>
      <p:ext uri="{BB962C8B-B14F-4D97-AF65-F5344CB8AC3E}">
        <p14:creationId xmlns:p14="http://schemas.microsoft.com/office/powerpoint/2010/main" val="2459721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Background pattern&#10;&#10;Description automatically generated with medium confidence">
            <a:extLst>
              <a:ext uri="{FF2B5EF4-FFF2-40B4-BE49-F238E27FC236}">
                <a16:creationId xmlns:a16="http://schemas.microsoft.com/office/drawing/2014/main" id="{7B9E548F-8C9F-4D9F-A69C-073858AD1D83}"/>
              </a:ext>
            </a:extLst>
          </p:cNvPr>
          <p:cNvPicPr>
            <a:picLocks noChangeAspect="1"/>
          </p:cNvPicPr>
          <p:nvPr userDrawn="1"/>
        </p:nvPicPr>
        <p:blipFill rotWithShape="1">
          <a:blip r:embed="rId2" cstate="print">
            <a:alphaModFix amt="35000"/>
            <a:extLst>
              <a:ext uri="{28A0092B-C50C-407E-A947-70E740481C1C}">
                <a14:useLocalDpi xmlns:a14="http://schemas.microsoft.com/office/drawing/2010/main" val="0"/>
              </a:ext>
            </a:extLst>
          </a:blip>
          <a:srcRect t="20312"/>
          <a:stretch/>
        </p:blipFill>
        <p:spPr>
          <a:xfrm>
            <a:off x="10064" y="0"/>
            <a:ext cx="12181936" cy="6857999"/>
          </a:xfrm>
          <a:prstGeom prst="rect">
            <a:avLst/>
          </a:prstGeom>
        </p:spPr>
      </p:pic>
      <p:pic>
        <p:nvPicPr>
          <p:cNvPr id="8" name="Picture 7" descr="A picture containing text, outdoor, red, dark&#10;&#10;Description automatically generated">
            <a:extLst>
              <a:ext uri="{FF2B5EF4-FFF2-40B4-BE49-F238E27FC236}">
                <a16:creationId xmlns:a16="http://schemas.microsoft.com/office/drawing/2014/main" id="{AAEF8DEA-240D-459B-89EF-A90F37AF1FF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 t="-1" r="57488" b="43751"/>
          <a:stretch/>
        </p:blipFill>
        <p:spPr>
          <a:xfrm>
            <a:off x="0" y="0"/>
            <a:ext cx="5183188" cy="6858000"/>
          </a:xfrm>
          <a:prstGeom prst="rect">
            <a:avLst/>
          </a:prstGeom>
        </p:spPr>
      </p:pic>
      <p:sp>
        <p:nvSpPr>
          <p:cNvPr id="2" name="Title 1">
            <a:extLst>
              <a:ext uri="{FF2B5EF4-FFF2-40B4-BE49-F238E27FC236}">
                <a16:creationId xmlns:a16="http://schemas.microsoft.com/office/drawing/2014/main" id="{AD4E32A2-4729-432F-9A74-B09BA286794C}"/>
              </a:ext>
            </a:extLst>
          </p:cNvPr>
          <p:cNvSpPr>
            <a:spLocks noGrp="1"/>
          </p:cNvSpPr>
          <p:nvPr>
            <p:ph type="title"/>
          </p:nvPr>
        </p:nvSpPr>
        <p:spPr>
          <a:xfrm>
            <a:off x="839788" y="987424"/>
            <a:ext cx="3932237" cy="1069975"/>
          </a:xfrm>
          <a:effectLst>
            <a:outerShdw blurRad="50800" dist="38100" dir="2700000" algn="tl" rotWithShape="0">
              <a:prstClr val="black">
                <a:alpha val="40000"/>
              </a:prstClr>
            </a:outerShdw>
          </a:effectLst>
        </p:spPr>
        <p:txBody>
          <a:bodyPr anchor="b"/>
          <a:lstStyle>
            <a:lvl1pPr>
              <a:defRPr sz="3200">
                <a:solidFill>
                  <a:srgbClr val="FFC00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30395BCC-4C91-4290-9E11-2006D938FA97}"/>
              </a:ext>
            </a:extLst>
          </p:cNvPr>
          <p:cNvSpPr>
            <a:spLocks noGrp="1"/>
          </p:cNvSpPr>
          <p:nvPr>
            <p:ph idx="1"/>
          </p:nvPr>
        </p:nvSpPr>
        <p:spPr>
          <a:xfrm>
            <a:off x="5702060" y="987425"/>
            <a:ext cx="5653328"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4790984-85D2-47DA-B4ED-0AB6FDDC08DA}"/>
              </a:ext>
            </a:extLst>
          </p:cNvPr>
          <p:cNvSpPr>
            <a:spLocks noGrp="1"/>
          </p:cNvSpPr>
          <p:nvPr>
            <p:ph type="body" sz="half" idx="2"/>
          </p:nvPr>
        </p:nvSpPr>
        <p:spPr>
          <a:xfrm>
            <a:off x="839788" y="2057400"/>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0E4C30-E7F4-4649-8284-76EFFE449CBE}"/>
              </a:ext>
            </a:extLst>
          </p:cNvPr>
          <p:cNvSpPr>
            <a:spLocks noGrp="1"/>
          </p:cNvSpPr>
          <p:nvPr>
            <p:ph type="dt" sz="half" idx="10"/>
          </p:nvPr>
        </p:nvSpPr>
        <p:spPr/>
        <p:txBody>
          <a:bodyPr/>
          <a:lstStyle/>
          <a:p>
            <a:fld id="{9F227C71-5F24-4F3E-949A-A1DC1F33F13F}" type="datetimeFigureOut">
              <a:rPr lang="en-US" smtClean="0"/>
              <a:t>4/4/2024</a:t>
            </a:fld>
            <a:endParaRPr lang="en-US"/>
          </a:p>
        </p:txBody>
      </p:sp>
      <p:sp>
        <p:nvSpPr>
          <p:cNvPr id="6" name="Footer Placeholder 5">
            <a:extLst>
              <a:ext uri="{FF2B5EF4-FFF2-40B4-BE49-F238E27FC236}">
                <a16:creationId xmlns:a16="http://schemas.microsoft.com/office/drawing/2014/main" id="{1BE7B804-49B3-4EA8-BED6-7052E61390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F6A431-EEAB-41FE-9508-8C38307A76B8}"/>
              </a:ext>
            </a:extLst>
          </p:cNvPr>
          <p:cNvSpPr>
            <a:spLocks noGrp="1"/>
          </p:cNvSpPr>
          <p:nvPr>
            <p:ph type="sldNum" sz="quarter" idx="12"/>
          </p:nvPr>
        </p:nvSpPr>
        <p:spPr/>
        <p:txBody>
          <a:bodyPr/>
          <a:lstStyle/>
          <a:p>
            <a:fld id="{50509731-B028-4F76-9779-BE55604AE81F}" type="slidenum">
              <a:rPr lang="en-US" smtClean="0"/>
              <a:t>‹#›</a:t>
            </a:fld>
            <a:endParaRPr lang="en-US"/>
          </a:p>
        </p:txBody>
      </p:sp>
      <p:pic>
        <p:nvPicPr>
          <p:cNvPr id="9" name="Graphic 8">
            <a:extLst>
              <a:ext uri="{FF2B5EF4-FFF2-40B4-BE49-F238E27FC236}">
                <a16:creationId xmlns:a16="http://schemas.microsoft.com/office/drawing/2014/main" id="{CCFD9E73-E30E-474D-8C39-2B754575D21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38200" y="6024413"/>
            <a:ext cx="3932237" cy="459349"/>
          </a:xfrm>
          <a:prstGeom prst="rect">
            <a:avLst/>
          </a:prstGeom>
        </p:spPr>
      </p:pic>
      <p:pic>
        <p:nvPicPr>
          <p:cNvPr id="10" name="Picture 9" descr="Logo&#10;&#10;Description automatically generated">
            <a:extLst>
              <a:ext uri="{FF2B5EF4-FFF2-40B4-BE49-F238E27FC236}">
                <a16:creationId xmlns:a16="http://schemas.microsoft.com/office/drawing/2014/main" id="{6F4A4C57-4A6B-4822-BB80-262FD3F25D1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203461" y="5796096"/>
            <a:ext cx="1148751" cy="847460"/>
          </a:xfrm>
          <a:prstGeom prst="rect">
            <a:avLst/>
          </a:prstGeom>
        </p:spPr>
      </p:pic>
    </p:spTree>
    <p:extLst>
      <p:ext uri="{BB962C8B-B14F-4D97-AF65-F5344CB8AC3E}">
        <p14:creationId xmlns:p14="http://schemas.microsoft.com/office/powerpoint/2010/main" val="21103511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Background pattern&#10;&#10;Description automatically generated with medium confidence">
            <a:extLst>
              <a:ext uri="{FF2B5EF4-FFF2-40B4-BE49-F238E27FC236}">
                <a16:creationId xmlns:a16="http://schemas.microsoft.com/office/drawing/2014/main" id="{72972F2D-AB7F-4963-9D4D-86135CB2A89D}"/>
              </a:ext>
            </a:extLst>
          </p:cNvPr>
          <p:cNvPicPr>
            <a:picLocks noChangeAspect="1"/>
          </p:cNvPicPr>
          <p:nvPr userDrawn="1"/>
        </p:nvPicPr>
        <p:blipFill rotWithShape="1">
          <a:blip r:embed="rId2" cstate="print">
            <a:alphaModFix amt="35000"/>
            <a:extLst>
              <a:ext uri="{28A0092B-C50C-407E-A947-70E740481C1C}">
                <a14:useLocalDpi xmlns:a14="http://schemas.microsoft.com/office/drawing/2010/main" val="0"/>
              </a:ext>
            </a:extLst>
          </a:blip>
          <a:srcRect t="20312"/>
          <a:stretch/>
        </p:blipFill>
        <p:spPr>
          <a:xfrm>
            <a:off x="10064" y="0"/>
            <a:ext cx="12181936" cy="6857999"/>
          </a:xfrm>
          <a:prstGeom prst="rect">
            <a:avLst/>
          </a:prstGeom>
        </p:spPr>
      </p:pic>
      <p:pic>
        <p:nvPicPr>
          <p:cNvPr id="8" name="Picture 7" descr="A picture containing text, outdoor, red, dark&#10;&#10;Description automatically generated">
            <a:extLst>
              <a:ext uri="{FF2B5EF4-FFF2-40B4-BE49-F238E27FC236}">
                <a16:creationId xmlns:a16="http://schemas.microsoft.com/office/drawing/2014/main" id="{F830CCC9-56A7-432E-AD79-163183118BD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 t="-1" r="57488" b="43751"/>
          <a:stretch/>
        </p:blipFill>
        <p:spPr>
          <a:xfrm>
            <a:off x="0" y="0"/>
            <a:ext cx="5183188" cy="6858000"/>
          </a:xfrm>
          <a:prstGeom prst="rect">
            <a:avLst/>
          </a:prstGeom>
        </p:spPr>
      </p:pic>
      <p:sp>
        <p:nvSpPr>
          <p:cNvPr id="2" name="Title 1">
            <a:extLst>
              <a:ext uri="{FF2B5EF4-FFF2-40B4-BE49-F238E27FC236}">
                <a16:creationId xmlns:a16="http://schemas.microsoft.com/office/drawing/2014/main" id="{363CA67D-54C3-4FEB-ADF8-6D9E91F25EAB}"/>
              </a:ext>
            </a:extLst>
          </p:cNvPr>
          <p:cNvSpPr>
            <a:spLocks noGrp="1"/>
          </p:cNvSpPr>
          <p:nvPr>
            <p:ph type="title"/>
          </p:nvPr>
        </p:nvSpPr>
        <p:spPr>
          <a:xfrm>
            <a:off x="839788" y="987424"/>
            <a:ext cx="3932237" cy="1069975"/>
          </a:xfrm>
        </p:spPr>
        <p:txBody>
          <a:bodyPr anchor="b"/>
          <a:lstStyle>
            <a:lvl1pPr>
              <a:defRPr sz="3200">
                <a:solidFill>
                  <a:srgbClr val="FFC000"/>
                </a:solidFill>
                <a:effectLst>
                  <a:outerShdw blurRad="50800" dist="38100" dir="2700000" algn="tl" rotWithShape="0">
                    <a:prstClr val="black">
                      <a:alpha val="40000"/>
                    </a:prstClr>
                  </a:outerShdw>
                </a:effectLst>
              </a:defRPr>
            </a:lvl1pPr>
          </a:lstStyle>
          <a:p>
            <a:r>
              <a:rPr lang="en-US"/>
              <a:t>Click to edit Master title style</a:t>
            </a:r>
          </a:p>
        </p:txBody>
      </p:sp>
      <p:sp>
        <p:nvSpPr>
          <p:cNvPr id="3" name="Picture Placeholder 2">
            <a:extLst>
              <a:ext uri="{FF2B5EF4-FFF2-40B4-BE49-F238E27FC236}">
                <a16:creationId xmlns:a16="http://schemas.microsoft.com/office/drawing/2014/main" id="{24CD0BA2-1403-41B8-92FF-5491496B1070}"/>
              </a:ext>
            </a:extLst>
          </p:cNvPr>
          <p:cNvSpPr>
            <a:spLocks noGrp="1"/>
          </p:cNvSpPr>
          <p:nvPr>
            <p:ph type="pic" idx="1"/>
          </p:nvPr>
        </p:nvSpPr>
        <p:spPr>
          <a:xfrm>
            <a:off x="5926346" y="987425"/>
            <a:ext cx="542904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F4E79E-713D-49D7-8BC2-A811E4BBED16}"/>
              </a:ext>
            </a:extLst>
          </p:cNvPr>
          <p:cNvSpPr>
            <a:spLocks noGrp="1"/>
          </p:cNvSpPr>
          <p:nvPr>
            <p:ph type="body" sz="half" idx="2"/>
          </p:nvPr>
        </p:nvSpPr>
        <p:spPr>
          <a:xfrm>
            <a:off x="839788" y="2057400"/>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C166EE-6EE2-4DCA-B703-BF0E36BB9872}"/>
              </a:ext>
            </a:extLst>
          </p:cNvPr>
          <p:cNvSpPr>
            <a:spLocks noGrp="1"/>
          </p:cNvSpPr>
          <p:nvPr>
            <p:ph type="dt" sz="half" idx="10"/>
          </p:nvPr>
        </p:nvSpPr>
        <p:spPr/>
        <p:txBody>
          <a:bodyPr/>
          <a:lstStyle/>
          <a:p>
            <a:fld id="{9F227C71-5F24-4F3E-949A-A1DC1F33F13F}" type="datetimeFigureOut">
              <a:rPr lang="en-US" smtClean="0"/>
              <a:t>4/4/2024</a:t>
            </a:fld>
            <a:endParaRPr lang="en-US"/>
          </a:p>
        </p:txBody>
      </p:sp>
      <p:sp>
        <p:nvSpPr>
          <p:cNvPr id="6" name="Footer Placeholder 5">
            <a:extLst>
              <a:ext uri="{FF2B5EF4-FFF2-40B4-BE49-F238E27FC236}">
                <a16:creationId xmlns:a16="http://schemas.microsoft.com/office/drawing/2014/main" id="{E15C1001-8DE2-40F6-8219-91B8B39E34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0D1BBA-F240-409B-9611-69DF832FC8FA}"/>
              </a:ext>
            </a:extLst>
          </p:cNvPr>
          <p:cNvSpPr>
            <a:spLocks noGrp="1"/>
          </p:cNvSpPr>
          <p:nvPr>
            <p:ph type="sldNum" sz="quarter" idx="12"/>
          </p:nvPr>
        </p:nvSpPr>
        <p:spPr/>
        <p:txBody>
          <a:bodyPr/>
          <a:lstStyle/>
          <a:p>
            <a:fld id="{50509731-B028-4F76-9779-BE55604AE81F}" type="slidenum">
              <a:rPr lang="en-US" smtClean="0"/>
              <a:t>‹#›</a:t>
            </a:fld>
            <a:endParaRPr lang="en-US"/>
          </a:p>
        </p:txBody>
      </p:sp>
      <p:pic>
        <p:nvPicPr>
          <p:cNvPr id="9" name="Graphic 8">
            <a:extLst>
              <a:ext uri="{FF2B5EF4-FFF2-40B4-BE49-F238E27FC236}">
                <a16:creationId xmlns:a16="http://schemas.microsoft.com/office/drawing/2014/main" id="{C9926537-36BB-404D-B34B-1363FFC7CE0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38200" y="6024413"/>
            <a:ext cx="3932237" cy="459349"/>
          </a:xfrm>
          <a:prstGeom prst="rect">
            <a:avLst/>
          </a:prstGeom>
        </p:spPr>
      </p:pic>
      <p:pic>
        <p:nvPicPr>
          <p:cNvPr id="12" name="Picture 11" descr="Logo&#10;&#10;Description automatically generated">
            <a:extLst>
              <a:ext uri="{FF2B5EF4-FFF2-40B4-BE49-F238E27FC236}">
                <a16:creationId xmlns:a16="http://schemas.microsoft.com/office/drawing/2014/main" id="{DD6606C8-A2A7-4338-AAEB-426A3C6D9DB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203461" y="5796096"/>
            <a:ext cx="1148751" cy="847460"/>
          </a:xfrm>
          <a:prstGeom prst="rect">
            <a:avLst/>
          </a:prstGeom>
        </p:spPr>
      </p:pic>
    </p:spTree>
    <p:extLst>
      <p:ext uri="{BB962C8B-B14F-4D97-AF65-F5344CB8AC3E}">
        <p14:creationId xmlns:p14="http://schemas.microsoft.com/office/powerpoint/2010/main" val="2110960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72FA8-633B-45F1-A157-1AFBD21AC6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9D3FAB-B131-4D27-9349-FCFA177791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C3678B-5FB1-47EF-8ED5-03EE4FE53C0D}"/>
              </a:ext>
            </a:extLst>
          </p:cNvPr>
          <p:cNvSpPr>
            <a:spLocks noGrp="1"/>
          </p:cNvSpPr>
          <p:nvPr>
            <p:ph type="dt" sz="half" idx="10"/>
          </p:nvPr>
        </p:nvSpPr>
        <p:spPr/>
        <p:txBody>
          <a:bodyPr/>
          <a:lstStyle/>
          <a:p>
            <a:fld id="{9F227C71-5F24-4F3E-949A-A1DC1F33F13F}" type="datetimeFigureOut">
              <a:rPr lang="en-US" smtClean="0"/>
              <a:t>4/4/2024</a:t>
            </a:fld>
            <a:endParaRPr lang="en-US"/>
          </a:p>
        </p:txBody>
      </p:sp>
      <p:sp>
        <p:nvSpPr>
          <p:cNvPr id="5" name="Footer Placeholder 4">
            <a:extLst>
              <a:ext uri="{FF2B5EF4-FFF2-40B4-BE49-F238E27FC236}">
                <a16:creationId xmlns:a16="http://schemas.microsoft.com/office/drawing/2014/main" id="{05743248-6BF8-4DE7-95D7-D42AF3D526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B1E9CE-7BE1-4E43-B0E6-21998705A531}"/>
              </a:ext>
            </a:extLst>
          </p:cNvPr>
          <p:cNvSpPr>
            <a:spLocks noGrp="1"/>
          </p:cNvSpPr>
          <p:nvPr>
            <p:ph type="sldNum" sz="quarter" idx="12"/>
          </p:nvPr>
        </p:nvSpPr>
        <p:spPr/>
        <p:txBody>
          <a:bodyPr/>
          <a:lstStyle/>
          <a:p>
            <a:fld id="{50509731-B028-4F76-9779-BE55604AE81F}" type="slidenum">
              <a:rPr lang="en-US" smtClean="0"/>
              <a:t>‹#›</a:t>
            </a:fld>
            <a:endParaRPr lang="en-US"/>
          </a:p>
        </p:txBody>
      </p:sp>
    </p:spTree>
    <p:extLst>
      <p:ext uri="{BB962C8B-B14F-4D97-AF65-F5344CB8AC3E}">
        <p14:creationId xmlns:p14="http://schemas.microsoft.com/office/powerpoint/2010/main" val="12427039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9BA5F8-E2F0-4E8A-BF63-1580297156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C0243F-CD27-4C6C-841F-1FE84C4E10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551670-B193-4F26-910F-1055961E5DB4}"/>
              </a:ext>
            </a:extLst>
          </p:cNvPr>
          <p:cNvSpPr>
            <a:spLocks noGrp="1"/>
          </p:cNvSpPr>
          <p:nvPr>
            <p:ph type="dt" sz="half" idx="10"/>
          </p:nvPr>
        </p:nvSpPr>
        <p:spPr/>
        <p:txBody>
          <a:bodyPr/>
          <a:lstStyle/>
          <a:p>
            <a:fld id="{9F227C71-5F24-4F3E-949A-A1DC1F33F13F}" type="datetimeFigureOut">
              <a:rPr lang="en-US" smtClean="0"/>
              <a:t>4/4/2024</a:t>
            </a:fld>
            <a:endParaRPr lang="en-US"/>
          </a:p>
        </p:txBody>
      </p:sp>
      <p:sp>
        <p:nvSpPr>
          <p:cNvPr id="5" name="Footer Placeholder 4">
            <a:extLst>
              <a:ext uri="{FF2B5EF4-FFF2-40B4-BE49-F238E27FC236}">
                <a16:creationId xmlns:a16="http://schemas.microsoft.com/office/drawing/2014/main" id="{62CFCF38-7004-4216-91CC-4861431570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0B2D6F-E705-4DB9-B5BF-259E01418C97}"/>
              </a:ext>
            </a:extLst>
          </p:cNvPr>
          <p:cNvSpPr>
            <a:spLocks noGrp="1"/>
          </p:cNvSpPr>
          <p:nvPr>
            <p:ph type="sldNum" sz="quarter" idx="12"/>
          </p:nvPr>
        </p:nvSpPr>
        <p:spPr/>
        <p:txBody>
          <a:bodyPr/>
          <a:lstStyle/>
          <a:p>
            <a:fld id="{50509731-B028-4F76-9779-BE55604AE81F}" type="slidenum">
              <a:rPr lang="en-US" smtClean="0"/>
              <a:t>‹#›</a:t>
            </a:fld>
            <a:endParaRPr lang="en-US"/>
          </a:p>
        </p:txBody>
      </p:sp>
    </p:spTree>
    <p:extLst>
      <p:ext uri="{BB962C8B-B14F-4D97-AF65-F5344CB8AC3E}">
        <p14:creationId xmlns:p14="http://schemas.microsoft.com/office/powerpoint/2010/main" val="3340923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8F6793-28BF-41E0-AF71-3A90DA4DAA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0D613-BD22-482D-BDD4-ECDEA4AD6F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BDEADC-A8E5-4BCC-B6E3-6DD2C35F89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227C71-5F24-4F3E-949A-A1DC1F33F13F}" type="datetimeFigureOut">
              <a:rPr lang="en-US" smtClean="0"/>
              <a:t>4/4/2024</a:t>
            </a:fld>
            <a:endParaRPr lang="en-US"/>
          </a:p>
        </p:txBody>
      </p:sp>
      <p:sp>
        <p:nvSpPr>
          <p:cNvPr id="5" name="Footer Placeholder 4">
            <a:extLst>
              <a:ext uri="{FF2B5EF4-FFF2-40B4-BE49-F238E27FC236}">
                <a16:creationId xmlns:a16="http://schemas.microsoft.com/office/drawing/2014/main" id="{1050C2E5-2C10-49E4-B7B5-1C08F63CC3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442B69C-92AB-4FDA-9188-D710FE7225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509731-B028-4F76-9779-BE55604AE81F}" type="slidenum">
              <a:rPr lang="en-US" smtClean="0"/>
              <a:t>‹#›</a:t>
            </a:fld>
            <a:endParaRPr lang="en-US"/>
          </a:p>
        </p:txBody>
      </p:sp>
    </p:spTree>
    <p:extLst>
      <p:ext uri="{BB962C8B-B14F-4D97-AF65-F5344CB8AC3E}">
        <p14:creationId xmlns:p14="http://schemas.microsoft.com/office/powerpoint/2010/main" val="2566479046"/>
      </p:ext>
    </p:extLst>
  </p:cSld>
  <p:clrMap bg1="lt1" tx1="dk1" bg2="lt2" tx2="dk2" accent1="accent1" accent2="accent2" accent3="accent3" accent4="accent4" accent5="accent5" accent6="accent6" hlink="hlink" folHlink="folHlink"/>
  <p:sldLayoutIdLst>
    <p:sldLayoutId id="2147483661" r:id="rId1"/>
    <p:sldLayoutId id="2147483649" r:id="rId2"/>
    <p:sldLayoutId id="2147483660" r:id="rId3"/>
    <p:sldLayoutId id="2147483650" r:id="rId4"/>
    <p:sldLayoutId id="2147483651" r:id="rId5"/>
    <p:sldLayoutId id="2147483662"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txStyles>
    <p:titleStyle>
      <a:lvl1pPr algn="l" defTabSz="914400" rtl="0" eaLnBrk="1" latinLnBrk="0" hangingPunct="1">
        <a:lnSpc>
          <a:spcPct val="90000"/>
        </a:lnSpc>
        <a:spcBef>
          <a:spcPct val="0"/>
        </a:spcBef>
        <a:buNone/>
        <a:defRPr sz="4400" b="1" kern="1200">
          <a:solidFill>
            <a:schemeClr val="tx1"/>
          </a:solidFill>
          <a:latin typeface="Barlow"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rlow"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rlow"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rlow"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hyperlink" Target="https://www.python.org/downloads/windows/"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127.0.0.1:8000/admin/" TargetMode="Externa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6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0.png"/></Relationships>
</file>

<file path=ppt/slides/_rels/slide6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6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63.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7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EF943-0AA6-4200-B234-84F0112DA906}"/>
              </a:ext>
            </a:extLst>
          </p:cNvPr>
          <p:cNvSpPr>
            <a:spLocks noGrp="1"/>
          </p:cNvSpPr>
          <p:nvPr>
            <p:ph type="ctrTitle"/>
          </p:nvPr>
        </p:nvSpPr>
        <p:spPr/>
        <p:txBody>
          <a:bodyPr>
            <a:normAutofit/>
          </a:bodyPr>
          <a:lstStyle/>
          <a:p>
            <a:r>
              <a:rPr lang="en-US" dirty="0"/>
              <a:t>DJANGO</a:t>
            </a:r>
          </a:p>
        </p:txBody>
      </p:sp>
      <p:sp>
        <p:nvSpPr>
          <p:cNvPr id="7" name="Subtitle 2">
            <a:extLst>
              <a:ext uri="{FF2B5EF4-FFF2-40B4-BE49-F238E27FC236}">
                <a16:creationId xmlns:a16="http://schemas.microsoft.com/office/drawing/2014/main" id="{C0E22DA8-175F-BA72-E326-52D03E4F4AC5}"/>
              </a:ext>
            </a:extLst>
          </p:cNvPr>
          <p:cNvSpPr txBox="1">
            <a:spLocks/>
          </p:cNvSpPr>
          <p:nvPr/>
        </p:nvSpPr>
        <p:spPr>
          <a:xfrm>
            <a:off x="8105422" y="4339360"/>
            <a:ext cx="3474157" cy="1821239"/>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effectLst>
                  <a:outerShdw blurRad="50800" dist="38100" dir="2700000" algn="tl" rotWithShape="0">
                    <a:prstClr val="black">
                      <a:alpha val="40000"/>
                    </a:prstClr>
                  </a:outerShdw>
                </a:effectLst>
                <a:latin typeface="Barlow" panose="00000500000000000000"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Barlow" panose="00000500000000000000"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Barlow" panose="00000500000000000000"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Barlow" panose="00000500000000000000"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Barlow" panose="00000500000000000000"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endParaRPr lang="en-US" dirty="0"/>
          </a:p>
        </p:txBody>
      </p:sp>
    </p:spTree>
    <p:extLst>
      <p:ext uri="{BB962C8B-B14F-4D97-AF65-F5344CB8AC3E}">
        <p14:creationId xmlns:p14="http://schemas.microsoft.com/office/powerpoint/2010/main" val="2062903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What is Django?</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Django is a high-level Python web framework that enables the rapid creation of secure and maintainable websites. Django, created by experienced developers, eliminates much of the hassle of web development, allowing you to focus on writing your app without having to reinvent the wheel. It is free and open source, with a thriving and active community, excellent documentation, and numerous options for both free and paid support.</a:t>
            </a:r>
            <a:endParaRPr lang="en-PH" dirty="0"/>
          </a:p>
        </p:txBody>
      </p:sp>
    </p:spTree>
    <p:extLst>
      <p:ext uri="{BB962C8B-B14F-4D97-AF65-F5344CB8AC3E}">
        <p14:creationId xmlns:p14="http://schemas.microsoft.com/office/powerpoint/2010/main" val="2705736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US" dirty="0"/>
              <a:t>Django helps you write software that is:</a:t>
            </a:r>
            <a:endParaRPr lang="en-PH" dirty="0"/>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fontScale="77500" lnSpcReduction="20000"/>
          </a:bodyPr>
          <a:lstStyle/>
          <a:p>
            <a:r>
              <a:rPr lang="en-US" b="1" dirty="0"/>
              <a:t>Complete</a:t>
            </a:r>
          </a:p>
          <a:p>
            <a:pPr marL="0" indent="0">
              <a:buNone/>
            </a:pPr>
            <a:r>
              <a:rPr lang="en-US" dirty="0"/>
              <a:t>Django adheres to the "batteries included" philosophy and offers almost everything developers might want to do "out of the box". Because everything you need is included in one "product," it all works together seamlessly, adheres to consistent design principles, and comes with extensive and up-to-date documentation.</a:t>
            </a:r>
          </a:p>
          <a:p>
            <a:endParaRPr lang="en-US" dirty="0"/>
          </a:p>
          <a:p>
            <a:r>
              <a:rPr lang="en-US" b="1" dirty="0"/>
              <a:t>Versatile</a:t>
            </a:r>
          </a:p>
          <a:p>
            <a:pPr marL="0" indent="0">
              <a:buNone/>
            </a:pPr>
            <a:r>
              <a:rPr lang="en-US" dirty="0"/>
              <a:t>Django can (and has been) used to create almost any type of website, including content management systems, wikis, social networks, and news sites. It is compatible with any client-side framework and can deliver content in almost any format (HTML, RSS feeds, JSON, and XML).</a:t>
            </a:r>
          </a:p>
          <a:p>
            <a:pPr marL="0" indent="0">
              <a:buNone/>
            </a:pPr>
            <a:r>
              <a:rPr lang="en-US" dirty="0"/>
              <a:t>Internally, it offers options for almost any functionality you may require (for example, several popular databases, templating engines, and so on), but it can also be extended to use other components if necessary.</a:t>
            </a:r>
            <a:endParaRPr lang="en-PH" dirty="0"/>
          </a:p>
        </p:txBody>
      </p:sp>
    </p:spTree>
    <p:extLst>
      <p:ext uri="{BB962C8B-B14F-4D97-AF65-F5344CB8AC3E}">
        <p14:creationId xmlns:p14="http://schemas.microsoft.com/office/powerpoint/2010/main" val="2533664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US" dirty="0"/>
              <a:t>Django helps you write software that is:</a:t>
            </a:r>
            <a:endParaRPr lang="en-PH" dirty="0"/>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fontScale="77500" lnSpcReduction="20000"/>
          </a:bodyPr>
          <a:lstStyle/>
          <a:p>
            <a:r>
              <a:rPr lang="en-US" b="1" dirty="0"/>
              <a:t>Secure</a:t>
            </a:r>
          </a:p>
          <a:p>
            <a:pPr marL="0" indent="0">
              <a:buNone/>
            </a:pPr>
            <a:r>
              <a:rPr lang="en-US" dirty="0"/>
              <a:t>Django helps developers avoid many common security mistakes by providing a framework designed to "do the right things" to automatically protect the website. Django, for example, provides a secure way to manage user accounts and passwords, avoiding common mistakes such as storing session information in vulnerable cookies (instead, cookies only contain a key, and the actual data is stored in the database) and storing passwords directly rather than hashing them.</a:t>
            </a:r>
          </a:p>
          <a:p>
            <a:pPr marL="0" indent="0">
              <a:buNone/>
            </a:pPr>
            <a:endParaRPr lang="en-US" dirty="0"/>
          </a:p>
          <a:p>
            <a:r>
              <a:rPr lang="en-US" b="1" dirty="0"/>
              <a:t>Scalable</a:t>
            </a:r>
          </a:p>
          <a:p>
            <a:pPr marL="0" indent="0">
              <a:buNone/>
            </a:pPr>
            <a:r>
              <a:rPr lang="en-US" dirty="0"/>
              <a:t>Django employs a component-based "shared-nothing" architecture (each component is independent of the others and can thus be replaced or changed as needed). Because of the clear separation of the various components, it can scale for increased traffic by adding hardware at any level: caching servers, database servers, or application servers. Some of the most popular websites, such as Instagram and Disqus, have successfully scaled Django to meet their demands.</a:t>
            </a:r>
            <a:endParaRPr lang="en-PH" dirty="0"/>
          </a:p>
        </p:txBody>
      </p:sp>
    </p:spTree>
    <p:extLst>
      <p:ext uri="{BB962C8B-B14F-4D97-AF65-F5344CB8AC3E}">
        <p14:creationId xmlns:p14="http://schemas.microsoft.com/office/powerpoint/2010/main" val="3205890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US" dirty="0"/>
              <a:t>Django helps you write software that is:</a:t>
            </a:r>
            <a:endParaRPr lang="en-PH" dirty="0"/>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fontScale="77500" lnSpcReduction="20000"/>
          </a:bodyPr>
          <a:lstStyle/>
          <a:p>
            <a:r>
              <a:rPr lang="en-US" b="1" dirty="0"/>
              <a:t>Maintainable</a:t>
            </a:r>
          </a:p>
          <a:p>
            <a:pPr marL="0" indent="0">
              <a:buNone/>
            </a:pPr>
            <a:r>
              <a:rPr lang="en-US" dirty="0"/>
              <a:t>Django code is written with design principles and patterns that promote the creation of maintainable and reusable code. It employs the Don't Repeat Yourself (DRY) principle, which eliminates unnecessary duplication and reduces the amount of code. Django also encourages the grouping of related functionality into reusable "applications" and, at a lower level, related code into modules (similar to the Model View Controller (MVC) pattern.</a:t>
            </a:r>
          </a:p>
          <a:p>
            <a:pPr marL="0" indent="0">
              <a:buNone/>
            </a:pPr>
            <a:endParaRPr lang="en-US" dirty="0"/>
          </a:p>
          <a:p>
            <a:r>
              <a:rPr lang="en-US" b="1" dirty="0"/>
              <a:t>Portable</a:t>
            </a:r>
          </a:p>
          <a:p>
            <a:pPr marL="0" indent="0">
              <a:buNone/>
            </a:pPr>
            <a:r>
              <a:rPr lang="en-US" dirty="0"/>
              <a:t>Django is written in Python and runs on a variety of platforms. That means you are not limited to a single server platform and can run your applications on a variety of Linux, Windows, and macOS distributions. Furthermore, Django is well-supported by many web hosting companies, which frequently provide specific infrastructure and documentation for hosting Django websites.</a:t>
            </a:r>
            <a:endParaRPr lang="en-PH" dirty="0"/>
          </a:p>
        </p:txBody>
      </p:sp>
    </p:spTree>
    <p:extLst>
      <p:ext uri="{BB962C8B-B14F-4D97-AF65-F5344CB8AC3E}">
        <p14:creationId xmlns:p14="http://schemas.microsoft.com/office/powerpoint/2010/main" val="1273582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US" dirty="0"/>
              <a:t>Where did it come from?</a:t>
            </a:r>
            <a:endParaRPr lang="en-PH" dirty="0"/>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fontScale="92500" lnSpcReduction="20000"/>
          </a:bodyPr>
          <a:lstStyle/>
          <a:p>
            <a:pPr marL="0" indent="0">
              <a:buNone/>
            </a:pPr>
            <a:r>
              <a:rPr lang="en-US" dirty="0"/>
              <a:t>Django was created between 2003 and 2005 by a web team tasked with creating and maintaining newspaper websites. After building a few sites, the team started factoring out and reusing a lot of common code and design patterns. This shared code evolved into a generic web development framework known as the "Django" project, which was made available as open source in July 2005.</a:t>
            </a:r>
          </a:p>
          <a:p>
            <a:pPr marL="0" indent="0">
              <a:buNone/>
            </a:pPr>
            <a:endParaRPr lang="en-US" dirty="0"/>
          </a:p>
          <a:p>
            <a:pPr marL="0" indent="0">
              <a:buNone/>
            </a:pPr>
            <a:r>
              <a:rPr lang="en-US" dirty="0"/>
              <a:t>Django has grown and improved since its first milestone release (1.0) in September 2008, with version 4.0 expected in 2022. Each release has included new functionality and bug fixes, ranging from support for new types of databases, template engines, and caching to the addition of "generic" view functions and classes (which reduce the amount of code required by developers for a variety of programming tasks).</a:t>
            </a:r>
            <a:endParaRPr lang="en-PH" dirty="0"/>
          </a:p>
        </p:txBody>
      </p:sp>
    </p:spTree>
    <p:extLst>
      <p:ext uri="{BB962C8B-B14F-4D97-AF65-F5344CB8AC3E}">
        <p14:creationId xmlns:p14="http://schemas.microsoft.com/office/powerpoint/2010/main" val="644151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How popular is Django?</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fontScale="85000" lnSpcReduction="20000"/>
          </a:bodyPr>
          <a:lstStyle/>
          <a:p>
            <a:pPr marL="0" indent="0">
              <a:buNone/>
            </a:pPr>
            <a:r>
              <a:rPr lang="en-US" dirty="0"/>
              <a:t>There is no readily available and definitive measure of the popularity of server-side frameworks. A more pressing question is whether Django is "popular enough" to avoid the pitfalls of unpopular platforms. Does it continue to evolve? Can you get assistance if you need it? Is it possible for you to get paid work if you learn Django?</a:t>
            </a:r>
          </a:p>
          <a:p>
            <a:endParaRPr lang="en-US" dirty="0"/>
          </a:p>
          <a:p>
            <a:pPr marL="0" indent="0">
              <a:buNone/>
            </a:pPr>
            <a:r>
              <a:rPr lang="en-US" dirty="0"/>
              <a:t>Django is a popular framework, as evidenced by the number of high-profile sites that use it, the number of people who contribute to the codebase, and the number of people who provide both free and paid support.</a:t>
            </a:r>
          </a:p>
          <a:p>
            <a:pPr marL="0" indent="0">
              <a:buNone/>
            </a:pPr>
            <a:endParaRPr lang="en-US" dirty="0"/>
          </a:p>
          <a:p>
            <a:pPr marL="0" indent="0">
              <a:buNone/>
            </a:pPr>
            <a:r>
              <a:rPr lang="en-US" dirty="0"/>
              <a:t>Django is used by a number of high-profile websites, including Disqus, Instagram, the Knight Foundation, the MacArthur Foundation, Mozilla, National Geographic, the Open Knowledge Foundation, Pinterest, and OpenStack.</a:t>
            </a:r>
            <a:endParaRPr lang="en-PH" dirty="0"/>
          </a:p>
        </p:txBody>
      </p:sp>
    </p:spTree>
    <p:extLst>
      <p:ext uri="{BB962C8B-B14F-4D97-AF65-F5344CB8AC3E}">
        <p14:creationId xmlns:p14="http://schemas.microsoft.com/office/powerpoint/2010/main" val="39223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Is Django opinionated?</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fontScale="92500" lnSpcReduction="20000"/>
          </a:bodyPr>
          <a:lstStyle/>
          <a:p>
            <a:pPr marL="0" indent="0">
              <a:buNone/>
            </a:pPr>
            <a:r>
              <a:rPr lang="en-US" sz="2400" dirty="0"/>
              <a:t>Web frameworks frequently refer to themselves as "opinionated" or "unopinionated".</a:t>
            </a:r>
          </a:p>
          <a:p>
            <a:pPr marL="0" indent="0">
              <a:buNone/>
            </a:pPr>
            <a:endParaRPr lang="en-US" sz="2400" dirty="0"/>
          </a:p>
          <a:p>
            <a:pPr marL="0" indent="0">
              <a:buNone/>
            </a:pPr>
            <a:r>
              <a:rPr lang="en-US" sz="2400" b="1" dirty="0"/>
              <a:t>Opinionated frameworks </a:t>
            </a:r>
            <a:r>
              <a:rPr lang="en-US" sz="2400" dirty="0"/>
              <a:t>are those that believe they know the "right way" to handle a specific task. They frequently encourage rapid development in a specific domain (solving problems of a specific type) because the proper way to do anything is usually well understood and documented. However, they can be less adaptable when solving problems outside of their primary domain, and they tend to provide fewer options for which components and approaches to use.</a:t>
            </a:r>
          </a:p>
          <a:p>
            <a:pPr marL="0" indent="0">
              <a:buNone/>
            </a:pPr>
            <a:endParaRPr lang="en-US" sz="2400" dirty="0"/>
          </a:p>
          <a:p>
            <a:pPr marL="0" indent="0">
              <a:buNone/>
            </a:pPr>
            <a:r>
              <a:rPr lang="en-US" sz="2400" b="1" dirty="0"/>
              <a:t>Unopinionated frameworks</a:t>
            </a:r>
            <a:r>
              <a:rPr lang="en-US" sz="2400" dirty="0"/>
              <a:t>, on the other hand, place far fewer constraints on the best way to glue components together to achieve a goal, or even which components should be used. They make it easier for developers to use the most appropriate tools to complete a specific task, but at the expense of having to find those components themselves.</a:t>
            </a:r>
          </a:p>
        </p:txBody>
      </p:sp>
    </p:spTree>
    <p:extLst>
      <p:ext uri="{BB962C8B-B14F-4D97-AF65-F5344CB8AC3E}">
        <p14:creationId xmlns:p14="http://schemas.microsoft.com/office/powerpoint/2010/main" val="1471311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Is Django opinionated?</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Django is "</a:t>
            </a:r>
            <a:r>
              <a:rPr lang="en-US" b="1" dirty="0"/>
              <a:t>somewhat opinionated</a:t>
            </a:r>
            <a:r>
              <a:rPr lang="en-US" dirty="0"/>
              <a:t>" and thus provides the "best of both worlds". It includes a set of components that can handle the majority of web development tasks, as well as one (or two) preferred methods for using them. However, because of Django's decoupled architecture, you can typically select from a variety of options, or add support for entirely new ones if desired.</a:t>
            </a:r>
            <a:endParaRPr lang="en-PH" dirty="0"/>
          </a:p>
        </p:txBody>
      </p:sp>
    </p:spTree>
    <p:extLst>
      <p:ext uri="{BB962C8B-B14F-4D97-AF65-F5344CB8AC3E}">
        <p14:creationId xmlns:p14="http://schemas.microsoft.com/office/powerpoint/2010/main" val="1589897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US" dirty="0"/>
              <a:t>What does Django code look like?</a:t>
            </a:r>
            <a:endParaRPr lang="en-PH" dirty="0"/>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In a conventional data-driven website, a web application awaits HTTP requests from the web browser (or other client). When a request is received, the application determines what is required based on the URL and possibly information in POST or GET data. Depending on the requirements, it may then read or write data from a database or perform other tasks to fulfill the request. The application will then send a response to the web browser, often dynamically creating an HTML page for it to display by inserting the retrieved data into placeholders in an HTML template.</a:t>
            </a:r>
            <a:endParaRPr lang="en-PH" dirty="0"/>
          </a:p>
        </p:txBody>
      </p:sp>
    </p:spTree>
    <p:extLst>
      <p:ext uri="{BB962C8B-B14F-4D97-AF65-F5344CB8AC3E}">
        <p14:creationId xmlns:p14="http://schemas.microsoft.com/office/powerpoint/2010/main" val="3073701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US" dirty="0"/>
              <a:t>What does Django code look like?</a:t>
            </a:r>
            <a:endParaRPr lang="en-PH" dirty="0"/>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a:xfrm>
            <a:off x="838200" y="2396898"/>
            <a:ext cx="4793343" cy="2064204"/>
          </a:xfrm>
        </p:spPr>
        <p:txBody>
          <a:bodyPr/>
          <a:lstStyle/>
          <a:p>
            <a:pPr marL="0" indent="0">
              <a:buNone/>
            </a:pPr>
            <a:r>
              <a:rPr lang="en-US" dirty="0"/>
              <a:t>Django web applications typically group the code that handles each of these steps into separate files.</a:t>
            </a:r>
          </a:p>
        </p:txBody>
      </p:sp>
      <p:pic>
        <p:nvPicPr>
          <p:cNvPr id="5" name="Picture 4">
            <a:extLst>
              <a:ext uri="{FF2B5EF4-FFF2-40B4-BE49-F238E27FC236}">
                <a16:creationId xmlns:a16="http://schemas.microsoft.com/office/drawing/2014/main" id="{A420FDCA-D612-14EB-BB4E-CC63ED9598BB}"/>
              </a:ext>
            </a:extLst>
          </p:cNvPr>
          <p:cNvPicPr>
            <a:picLocks noChangeAspect="1"/>
          </p:cNvPicPr>
          <p:nvPr/>
        </p:nvPicPr>
        <p:blipFill>
          <a:blip r:embed="rId2"/>
          <a:stretch>
            <a:fillRect/>
          </a:stretch>
        </p:blipFill>
        <p:spPr>
          <a:xfrm>
            <a:off x="5370930" y="1926658"/>
            <a:ext cx="5982870" cy="4149271"/>
          </a:xfrm>
          <a:prstGeom prst="rect">
            <a:avLst/>
          </a:prstGeom>
        </p:spPr>
      </p:pic>
    </p:spTree>
    <p:extLst>
      <p:ext uri="{BB962C8B-B14F-4D97-AF65-F5344CB8AC3E}">
        <p14:creationId xmlns:p14="http://schemas.microsoft.com/office/powerpoint/2010/main" val="3274632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US" dirty="0"/>
              <a:t>What does Django code look like?</a:t>
            </a:r>
            <a:endParaRPr lang="en-PH" dirty="0"/>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fontScale="85000" lnSpcReduction="10000"/>
          </a:bodyPr>
          <a:lstStyle/>
          <a:p>
            <a:r>
              <a:rPr lang="en-US" sz="2400" b="1" dirty="0"/>
              <a:t>URLs - </a:t>
            </a:r>
            <a:r>
              <a:rPr lang="en-US" sz="2400" dirty="0"/>
              <a:t>While it is possible to process requests from all URLs using a single function, it is far more maintainable to write a separate view function for each resource. A URL mapper redirects HTTP requests to the appropriate view based on the request URL. The URL mapper can also match specific patterns of strings or digits in a URL and pass them to a view function as data.</a:t>
            </a:r>
          </a:p>
          <a:p>
            <a:r>
              <a:rPr lang="en-US" sz="2400" b="1" dirty="0"/>
              <a:t>Views - </a:t>
            </a:r>
            <a:r>
              <a:rPr lang="en-US" sz="2400" dirty="0"/>
              <a:t>A view is a request handler function that accepts HTTP requests and returns HTTP responses. Models provide views with access to the data required to satisfy requests, while templates handle the response formatting.</a:t>
            </a:r>
          </a:p>
          <a:p>
            <a:r>
              <a:rPr lang="en-US" sz="2400" b="1" dirty="0"/>
              <a:t>Models- </a:t>
            </a:r>
            <a:r>
              <a:rPr lang="en-US" sz="2400" dirty="0"/>
              <a:t>Python objects that define an application's data structure and provide mechanisms for managing (adding, modifying, deleting) and querying database records.</a:t>
            </a:r>
          </a:p>
          <a:p>
            <a:r>
              <a:rPr lang="en-US" sz="2400" b="1" dirty="0"/>
              <a:t>Templates- </a:t>
            </a:r>
            <a:r>
              <a:rPr lang="en-US" sz="2400" dirty="0"/>
              <a:t>A template is a text file that defines the structure or layout of a file (such as an HTML page), using placeholders to represent actual content. A view can dynamically generate an HTML page from an HTML template and populate it with data from a model. A template can be used to define the structure of any file, not just HTML!</a:t>
            </a:r>
          </a:p>
        </p:txBody>
      </p:sp>
    </p:spTree>
    <p:extLst>
      <p:ext uri="{BB962C8B-B14F-4D97-AF65-F5344CB8AC3E}">
        <p14:creationId xmlns:p14="http://schemas.microsoft.com/office/powerpoint/2010/main" val="1458451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US" dirty="0"/>
              <a:t>Setting up Django Development Environment</a:t>
            </a:r>
            <a:endParaRPr lang="en-PH" dirty="0"/>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fontScale="92500" lnSpcReduction="20000"/>
          </a:bodyPr>
          <a:lstStyle/>
          <a:p>
            <a:pPr marL="0" indent="0">
              <a:buNone/>
            </a:pPr>
            <a:r>
              <a:rPr lang="en-US" dirty="0"/>
              <a:t>The </a:t>
            </a:r>
            <a:r>
              <a:rPr lang="en-US" b="1" dirty="0"/>
              <a:t>development environment </a:t>
            </a:r>
            <a:r>
              <a:rPr lang="en-US" dirty="0"/>
              <a:t>is a Django installation on your local computer that you can use to create and test Django applications before deploying them to a production environment.</a:t>
            </a:r>
          </a:p>
          <a:p>
            <a:pPr marL="0" indent="0">
              <a:buNone/>
            </a:pPr>
            <a:r>
              <a:rPr lang="en-US" dirty="0"/>
              <a:t>Django's main tools are a set of </a:t>
            </a:r>
            <a:r>
              <a:rPr lang="en-US" b="1" dirty="0"/>
              <a:t>Python</a:t>
            </a:r>
            <a:r>
              <a:rPr lang="en-US" dirty="0"/>
              <a:t> scripts for creating and working with Django projects, as well as a simple development web server that you can use to test local Django web applications on your computer's web browser.</a:t>
            </a:r>
          </a:p>
          <a:p>
            <a:pPr marL="0" indent="0">
              <a:buNone/>
            </a:pPr>
            <a:r>
              <a:rPr lang="en-US" dirty="0"/>
              <a:t>Other peripheral tools that are part of the development environment will not be covered in this document. These include a </a:t>
            </a:r>
            <a:r>
              <a:rPr lang="en-US" b="1" dirty="0"/>
              <a:t>text editor </a:t>
            </a:r>
            <a:r>
              <a:rPr lang="en-US" dirty="0"/>
              <a:t>or integrated development environment (IDE) for code editing and a source control management tool such as Git for safely managing different versions of your code. </a:t>
            </a:r>
            <a:endParaRPr lang="en-PH" dirty="0"/>
          </a:p>
        </p:txBody>
      </p:sp>
    </p:spTree>
    <p:extLst>
      <p:ext uri="{BB962C8B-B14F-4D97-AF65-F5344CB8AC3E}">
        <p14:creationId xmlns:p14="http://schemas.microsoft.com/office/powerpoint/2010/main" val="1376675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US" dirty="0"/>
              <a:t>What are the Django setup options?</a:t>
            </a:r>
            <a:endParaRPr lang="en-PH" dirty="0"/>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lnSpcReduction="10000"/>
          </a:bodyPr>
          <a:lstStyle/>
          <a:p>
            <a:pPr marL="0" indent="0">
              <a:buNone/>
            </a:pPr>
            <a:r>
              <a:rPr lang="en-US" dirty="0"/>
              <a:t>Django is extremely flexible in terms of how and where it can be installed and configured. Django can be:</a:t>
            </a:r>
          </a:p>
          <a:p>
            <a:r>
              <a:rPr lang="en-US" dirty="0"/>
              <a:t>Installed on different operating systems.</a:t>
            </a:r>
          </a:p>
          <a:p>
            <a:r>
              <a:rPr lang="en-US" dirty="0"/>
              <a:t>Installed from source, from the Python Package Index (</a:t>
            </a:r>
            <a:r>
              <a:rPr lang="en-US" dirty="0" err="1"/>
              <a:t>PyPi</a:t>
            </a:r>
            <a:r>
              <a:rPr lang="en-US" dirty="0"/>
              <a:t>) and in many cases from the host computer's package manager application.</a:t>
            </a:r>
          </a:p>
          <a:p>
            <a:r>
              <a:rPr lang="en-US" dirty="0"/>
              <a:t>Configured to use one of several databases, which may also need to be separately installed and configured.</a:t>
            </a:r>
          </a:p>
          <a:p>
            <a:r>
              <a:rPr lang="en-US" dirty="0"/>
              <a:t>Run in the main system Python environment or within separate Python virtual environments.</a:t>
            </a:r>
            <a:endParaRPr lang="en-PH" dirty="0"/>
          </a:p>
        </p:txBody>
      </p:sp>
    </p:spTree>
    <p:extLst>
      <p:ext uri="{BB962C8B-B14F-4D97-AF65-F5344CB8AC3E}">
        <p14:creationId xmlns:p14="http://schemas.microsoft.com/office/powerpoint/2010/main" val="426228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US" dirty="0"/>
              <a:t>What operating systems are supported?</a:t>
            </a:r>
            <a:endParaRPr lang="en-PH" dirty="0"/>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Django web applications can run on almost any machine that supports the Python 3 programming language, including Windows, macOS, Linux/Unix, and Solaris, to name a few. Almost any computer should have enough power to run Django during development.</a:t>
            </a:r>
            <a:endParaRPr lang="en-PH" dirty="0"/>
          </a:p>
        </p:txBody>
      </p:sp>
    </p:spTree>
    <p:extLst>
      <p:ext uri="{BB962C8B-B14F-4D97-AF65-F5344CB8AC3E}">
        <p14:creationId xmlns:p14="http://schemas.microsoft.com/office/powerpoint/2010/main" val="2009105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US" dirty="0"/>
              <a:t>What version of Python should be used?</a:t>
            </a:r>
            <a:endParaRPr lang="en-PH" dirty="0"/>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r>
              <a:rPr lang="en-US" dirty="0"/>
              <a:t>You can use any Python version supported by your target Django release. For Django 4.2 the allowed versions are Python 3.8 to 3.11.</a:t>
            </a:r>
          </a:p>
          <a:p>
            <a:r>
              <a:rPr lang="en-US" dirty="0"/>
              <a:t>The Django project recommends (and "officially supports") using the newest available supported Python release.</a:t>
            </a:r>
            <a:endParaRPr lang="en-PH" dirty="0"/>
          </a:p>
        </p:txBody>
      </p:sp>
    </p:spTree>
    <p:extLst>
      <p:ext uri="{BB962C8B-B14F-4D97-AF65-F5344CB8AC3E}">
        <p14:creationId xmlns:p14="http://schemas.microsoft.com/office/powerpoint/2010/main" val="444852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US" dirty="0"/>
              <a:t>Where can we download Django?</a:t>
            </a:r>
            <a:endParaRPr lang="en-PH" dirty="0"/>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fontScale="92500" lnSpcReduction="20000"/>
          </a:bodyPr>
          <a:lstStyle/>
          <a:p>
            <a:pPr marL="0" indent="0">
              <a:buNone/>
            </a:pPr>
            <a:r>
              <a:rPr lang="en-US" dirty="0"/>
              <a:t>There are three places to download Django:</a:t>
            </a:r>
          </a:p>
          <a:p>
            <a:r>
              <a:rPr lang="en-US" dirty="0"/>
              <a:t>The </a:t>
            </a:r>
            <a:r>
              <a:rPr lang="en-US" b="1" dirty="0"/>
              <a:t>Python Package Repository </a:t>
            </a:r>
            <a:r>
              <a:rPr lang="en-US" dirty="0"/>
              <a:t>(</a:t>
            </a:r>
            <a:r>
              <a:rPr lang="en-US" dirty="0" err="1"/>
              <a:t>PyPi</a:t>
            </a:r>
            <a:r>
              <a:rPr lang="en-US" dirty="0"/>
              <a:t>), accessed via the pip tool. This is the best way to get the most recent stable version of Django.</a:t>
            </a:r>
          </a:p>
          <a:p>
            <a:r>
              <a:rPr lang="en-US" dirty="0"/>
              <a:t>Use the version from your computer's package manager. Django distributions bundled with operating systems provide a familiar installation mechanism. However, the packaged version may be quite old and can only be installed in the system Python environment (which may not be what you are looking for).</a:t>
            </a:r>
          </a:p>
          <a:p>
            <a:r>
              <a:rPr lang="en-US" dirty="0"/>
              <a:t>Install from source. You can download and install the most recent bleeding-edge version of Django from the source. This is not recommended for beginners, but it is required once you are ready to start contributing to Django itself.</a:t>
            </a:r>
            <a:endParaRPr lang="en-PH" dirty="0"/>
          </a:p>
        </p:txBody>
      </p:sp>
    </p:spTree>
    <p:extLst>
      <p:ext uri="{BB962C8B-B14F-4D97-AF65-F5344CB8AC3E}">
        <p14:creationId xmlns:p14="http://schemas.microsoft.com/office/powerpoint/2010/main" val="3053987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Which database?</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Django officially supports the PostgreSQL, MariaDB, MySQL, Oracle, and SQLite databases, and there are community libraries that provide varying levels of support for other popular SQL and NoSQL databases. We recommend that you select the same database for both production and development (although Django abstracts many of the database differences using its Object-Relational Mapper (ORM), there are still potential issues that are better to avoid).</a:t>
            </a:r>
            <a:endParaRPr lang="en-PH" dirty="0"/>
          </a:p>
        </p:txBody>
      </p:sp>
    </p:spTree>
    <p:extLst>
      <p:ext uri="{BB962C8B-B14F-4D97-AF65-F5344CB8AC3E}">
        <p14:creationId xmlns:p14="http://schemas.microsoft.com/office/powerpoint/2010/main" val="1501718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Installing Python 3</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In order to use Django you must have Python 3 on your operating system. You will also need the Python Package Index tool — pip3 — which is used to manage (install, update, and remove) Python packages/libraries used by Django and your other Python apps.</a:t>
            </a:r>
            <a:endParaRPr lang="en-PH" dirty="0"/>
          </a:p>
        </p:txBody>
      </p:sp>
    </p:spTree>
    <p:extLst>
      <p:ext uri="{BB962C8B-B14F-4D97-AF65-F5344CB8AC3E}">
        <p14:creationId xmlns:p14="http://schemas.microsoft.com/office/powerpoint/2010/main" val="3885075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Windows 10 or 11</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a:bodyPr>
          <a:lstStyle/>
          <a:p>
            <a:pPr marL="0" indent="0">
              <a:buNone/>
            </a:pPr>
            <a:r>
              <a:rPr lang="en-US" dirty="0"/>
              <a:t>Windows doesn't include Python by default, but you can easily install it (along with the pip3 tool) from python.org:</a:t>
            </a:r>
          </a:p>
          <a:p>
            <a:pPr marL="514350" indent="-514350">
              <a:buFont typeface="+mj-lt"/>
              <a:buAutoNum type="arabicPeriod"/>
            </a:pPr>
            <a:r>
              <a:rPr lang="en-US" dirty="0"/>
              <a:t>Download the required installer:</a:t>
            </a:r>
          </a:p>
          <a:p>
            <a:pPr lvl="1"/>
            <a:r>
              <a:rPr lang="en-US" dirty="0"/>
              <a:t>Go to </a:t>
            </a:r>
            <a:r>
              <a:rPr lang="en-US" dirty="0">
                <a:hlinkClick r:id="rId2"/>
              </a:rPr>
              <a:t>https://www.python.org/downloads/windows/</a:t>
            </a:r>
            <a:r>
              <a:rPr lang="en-US" dirty="0"/>
              <a:t> </a:t>
            </a:r>
          </a:p>
          <a:p>
            <a:pPr lvl="1"/>
            <a:r>
              <a:rPr lang="en-US" dirty="0"/>
              <a:t>Download the most recent supported version that works with Django 4.2. (at time of writing this is Python 3.11.4).</a:t>
            </a:r>
          </a:p>
          <a:p>
            <a:pPr marL="514350" indent="-514350">
              <a:buFont typeface="+mj-lt"/>
              <a:buAutoNum type="arabicPeriod"/>
            </a:pPr>
            <a:r>
              <a:rPr lang="en-US" dirty="0"/>
              <a:t>Install Python by double-clicking on the downloaded file and following the installation prompts.</a:t>
            </a:r>
          </a:p>
          <a:p>
            <a:pPr marL="514350" indent="-514350">
              <a:buFont typeface="+mj-lt"/>
              <a:buAutoNum type="arabicPeriod"/>
            </a:pPr>
            <a:r>
              <a:rPr lang="en-US" dirty="0"/>
              <a:t>Be sure to check the box labeled "Add Python to PATH"</a:t>
            </a:r>
            <a:endParaRPr lang="en-PH" dirty="0"/>
          </a:p>
        </p:txBody>
      </p:sp>
    </p:spTree>
    <p:extLst>
      <p:ext uri="{BB962C8B-B14F-4D97-AF65-F5344CB8AC3E}">
        <p14:creationId xmlns:p14="http://schemas.microsoft.com/office/powerpoint/2010/main" val="904982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Using Django in Python virtual environment</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The libraries we'll use for creating our virtual environments are </a:t>
            </a:r>
            <a:r>
              <a:rPr lang="en-US" b="1" i="1" dirty="0" err="1"/>
              <a:t>virtualenvwrapper</a:t>
            </a:r>
            <a:r>
              <a:rPr lang="en-US" dirty="0"/>
              <a:t> (Linux and macOS) and </a:t>
            </a:r>
            <a:r>
              <a:rPr lang="en-US" b="1" i="1" dirty="0" err="1"/>
              <a:t>virtualenvwrapper</a:t>
            </a:r>
            <a:r>
              <a:rPr lang="en-US" b="1" i="1" dirty="0"/>
              <a:t>-win</a:t>
            </a:r>
            <a:r>
              <a:rPr lang="en-US" dirty="0"/>
              <a:t> (Windows), which in turn both use the </a:t>
            </a:r>
            <a:r>
              <a:rPr lang="en-US" b="1" i="1" dirty="0" err="1"/>
              <a:t>virtualenv</a:t>
            </a:r>
            <a:r>
              <a:rPr lang="en-US" dirty="0"/>
              <a:t> tool. The wrapper tools creates a consistent interface for managing interfaces on all platforms.</a:t>
            </a:r>
          </a:p>
          <a:p>
            <a:pPr marL="0" indent="0">
              <a:buNone/>
            </a:pPr>
            <a:endParaRPr lang="en-US" dirty="0"/>
          </a:p>
          <a:p>
            <a:pPr marL="0" indent="0">
              <a:buNone/>
            </a:pPr>
            <a:endParaRPr lang="en-PH" dirty="0"/>
          </a:p>
        </p:txBody>
      </p:sp>
      <p:sp>
        <p:nvSpPr>
          <p:cNvPr id="5" name="TextBox 4">
            <a:extLst>
              <a:ext uri="{FF2B5EF4-FFF2-40B4-BE49-F238E27FC236}">
                <a16:creationId xmlns:a16="http://schemas.microsoft.com/office/drawing/2014/main" id="{081DDEAC-5EE0-153D-D8BA-8CD3B31D5478}"/>
              </a:ext>
            </a:extLst>
          </p:cNvPr>
          <p:cNvSpPr txBox="1"/>
          <p:nvPr/>
        </p:nvSpPr>
        <p:spPr>
          <a:xfrm>
            <a:off x="4171384" y="4160997"/>
            <a:ext cx="3451634" cy="369332"/>
          </a:xfrm>
          <a:prstGeom prst="rect">
            <a:avLst/>
          </a:prstGeom>
          <a:noFill/>
        </p:spPr>
        <p:txBody>
          <a:bodyPr wrap="square">
            <a:spAutoFit/>
          </a:bodyPr>
          <a:lstStyle/>
          <a:p>
            <a:r>
              <a:rPr lang="en-US" dirty="0"/>
              <a:t>pip install </a:t>
            </a:r>
            <a:r>
              <a:rPr lang="en-US" dirty="0" err="1"/>
              <a:t>virtualenvwrapper</a:t>
            </a:r>
            <a:r>
              <a:rPr lang="en-US" dirty="0"/>
              <a:t>-win</a:t>
            </a:r>
          </a:p>
        </p:txBody>
      </p:sp>
    </p:spTree>
    <p:extLst>
      <p:ext uri="{BB962C8B-B14F-4D97-AF65-F5344CB8AC3E}">
        <p14:creationId xmlns:p14="http://schemas.microsoft.com/office/powerpoint/2010/main" val="315778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Using Django in Python virtual environment</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b="1" dirty="0"/>
              <a:t>Windows virtual environment setup</a:t>
            </a:r>
          </a:p>
          <a:p>
            <a:pPr marL="0" indent="0">
              <a:buNone/>
            </a:pPr>
            <a:r>
              <a:rPr lang="en-US" dirty="0"/>
              <a:t>Installing </a:t>
            </a:r>
            <a:r>
              <a:rPr lang="en-US" b="1" i="1" dirty="0" err="1"/>
              <a:t>virtualenvwrapper</a:t>
            </a:r>
            <a:r>
              <a:rPr lang="en-US" b="1" i="1" dirty="0"/>
              <a:t>-win</a:t>
            </a:r>
            <a:r>
              <a:rPr lang="en-US" dirty="0"/>
              <a:t> is even simpler than setting up </a:t>
            </a:r>
            <a:r>
              <a:rPr lang="en-US" dirty="0" err="1"/>
              <a:t>virtualenvwrapper</a:t>
            </a:r>
            <a:r>
              <a:rPr lang="en-US" dirty="0"/>
              <a:t> because you don't need to configure where the tool stores virtual environment information (there is a default value). All you need to do is run the following command in the command prompt:</a:t>
            </a:r>
          </a:p>
          <a:p>
            <a:pPr marL="0" indent="0">
              <a:buNone/>
            </a:pPr>
            <a:endParaRPr lang="en-PH" dirty="0"/>
          </a:p>
        </p:txBody>
      </p:sp>
    </p:spTree>
    <p:extLst>
      <p:ext uri="{BB962C8B-B14F-4D97-AF65-F5344CB8AC3E}">
        <p14:creationId xmlns:p14="http://schemas.microsoft.com/office/powerpoint/2010/main" val="2346915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Creating a virtual environment</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lnSpcReduction="10000"/>
          </a:bodyPr>
          <a:lstStyle/>
          <a:p>
            <a:pPr marL="0" indent="0">
              <a:buNone/>
            </a:pPr>
            <a:r>
              <a:rPr lang="en-US" dirty="0"/>
              <a:t>Once you've installed </a:t>
            </a:r>
            <a:r>
              <a:rPr lang="en-US" b="1" i="1" dirty="0" err="1"/>
              <a:t>virtualenvwrapper</a:t>
            </a:r>
            <a:r>
              <a:rPr lang="en-US" dirty="0"/>
              <a:t> or </a:t>
            </a:r>
            <a:r>
              <a:rPr lang="en-US" b="1" i="1" dirty="0" err="1"/>
              <a:t>virtualenvwrapper</a:t>
            </a:r>
            <a:r>
              <a:rPr lang="en-US" b="1" i="1" dirty="0"/>
              <a:t>-win</a:t>
            </a:r>
            <a:r>
              <a:rPr lang="en-US" dirty="0"/>
              <a:t> then working with virtual environments is very similar on all platforms.</a:t>
            </a:r>
          </a:p>
          <a:p>
            <a:pPr marL="0" indent="0">
              <a:buNone/>
            </a:pPr>
            <a:endParaRPr lang="en-US" dirty="0"/>
          </a:p>
          <a:p>
            <a:pPr marL="0" indent="0">
              <a:buNone/>
            </a:pPr>
            <a:r>
              <a:rPr lang="en-US" dirty="0"/>
              <a:t>Now you can create a new virtual environment with the </a:t>
            </a:r>
            <a:r>
              <a:rPr lang="en-US" b="1" i="1" dirty="0" err="1"/>
              <a:t>mkvirtualenv</a:t>
            </a:r>
            <a:r>
              <a:rPr lang="en-US" dirty="0"/>
              <a:t> command. As this command runs you'll see the environment being set up (what you see is slightly platform-specific). When the command completes the new virtual environment will be active — you can see this because the start of the prompt will be the name of the environment in parentheses.</a:t>
            </a:r>
            <a:endParaRPr lang="en-PH" dirty="0"/>
          </a:p>
        </p:txBody>
      </p:sp>
    </p:spTree>
    <p:extLst>
      <p:ext uri="{BB962C8B-B14F-4D97-AF65-F5344CB8AC3E}">
        <p14:creationId xmlns:p14="http://schemas.microsoft.com/office/powerpoint/2010/main" val="28292227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Creating a virtual environment</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dirty="0"/>
              <a:t>You should see output similar to the following:</a:t>
            </a:r>
          </a:p>
          <a:p>
            <a:pPr marL="0" indent="0">
              <a:buNone/>
            </a:pPr>
            <a:endParaRPr lang="en-PH" dirty="0"/>
          </a:p>
        </p:txBody>
      </p:sp>
      <p:pic>
        <p:nvPicPr>
          <p:cNvPr id="7" name="Picture 6">
            <a:extLst>
              <a:ext uri="{FF2B5EF4-FFF2-40B4-BE49-F238E27FC236}">
                <a16:creationId xmlns:a16="http://schemas.microsoft.com/office/drawing/2014/main" id="{360A4558-4A15-1312-082F-EA72C863996F}"/>
              </a:ext>
            </a:extLst>
          </p:cNvPr>
          <p:cNvPicPr>
            <a:picLocks noChangeAspect="1"/>
          </p:cNvPicPr>
          <p:nvPr/>
        </p:nvPicPr>
        <p:blipFill>
          <a:blip r:embed="rId2"/>
          <a:stretch>
            <a:fillRect/>
          </a:stretch>
        </p:blipFill>
        <p:spPr>
          <a:xfrm>
            <a:off x="2632624" y="1882378"/>
            <a:ext cx="6926747" cy="1031081"/>
          </a:xfrm>
          <a:prstGeom prst="rect">
            <a:avLst/>
          </a:prstGeom>
        </p:spPr>
      </p:pic>
      <p:pic>
        <p:nvPicPr>
          <p:cNvPr id="9" name="Picture 8">
            <a:extLst>
              <a:ext uri="{FF2B5EF4-FFF2-40B4-BE49-F238E27FC236}">
                <a16:creationId xmlns:a16="http://schemas.microsoft.com/office/drawing/2014/main" id="{483ED1B5-1BF0-DD66-54AF-D27BCC62149C}"/>
              </a:ext>
            </a:extLst>
          </p:cNvPr>
          <p:cNvPicPr>
            <a:picLocks noChangeAspect="1"/>
          </p:cNvPicPr>
          <p:nvPr/>
        </p:nvPicPr>
        <p:blipFill>
          <a:blip r:embed="rId3"/>
          <a:stretch>
            <a:fillRect/>
          </a:stretch>
        </p:blipFill>
        <p:spPr>
          <a:xfrm>
            <a:off x="2843375" y="4001294"/>
            <a:ext cx="6505247" cy="1571369"/>
          </a:xfrm>
          <a:prstGeom prst="rect">
            <a:avLst/>
          </a:prstGeom>
        </p:spPr>
      </p:pic>
    </p:spTree>
    <p:extLst>
      <p:ext uri="{BB962C8B-B14F-4D97-AF65-F5344CB8AC3E}">
        <p14:creationId xmlns:p14="http://schemas.microsoft.com/office/powerpoint/2010/main" val="10313952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Using a virtual environment</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There are just a few other useful commands that you should know:</a:t>
            </a:r>
          </a:p>
          <a:p>
            <a:r>
              <a:rPr lang="en-PH" b="1" dirty="0"/>
              <a:t>deactivate</a:t>
            </a:r>
            <a:r>
              <a:rPr lang="en-PH" dirty="0"/>
              <a:t> — Exit out of the current Python virtual environment</a:t>
            </a:r>
          </a:p>
          <a:p>
            <a:r>
              <a:rPr lang="en-PH" b="1" dirty="0" err="1"/>
              <a:t>workon</a:t>
            </a:r>
            <a:r>
              <a:rPr lang="en-PH" dirty="0"/>
              <a:t> — List available virtual environments</a:t>
            </a:r>
          </a:p>
          <a:p>
            <a:r>
              <a:rPr lang="en-PH" b="1" dirty="0" err="1"/>
              <a:t>workon</a:t>
            </a:r>
            <a:r>
              <a:rPr lang="en-PH" b="1" dirty="0"/>
              <a:t> </a:t>
            </a:r>
            <a:r>
              <a:rPr lang="en-PH" b="1" dirty="0" err="1"/>
              <a:t>name_of_environment</a:t>
            </a:r>
            <a:r>
              <a:rPr lang="en-PH" b="1" dirty="0"/>
              <a:t> </a:t>
            </a:r>
            <a:r>
              <a:rPr lang="en-PH" dirty="0"/>
              <a:t>— Activate the specified Python virtual environment</a:t>
            </a:r>
          </a:p>
          <a:p>
            <a:r>
              <a:rPr lang="en-PH" b="1" dirty="0" err="1"/>
              <a:t>rmvirtualenv</a:t>
            </a:r>
            <a:r>
              <a:rPr lang="en-PH" b="1" dirty="0"/>
              <a:t> </a:t>
            </a:r>
            <a:r>
              <a:rPr lang="en-PH" b="1" dirty="0" err="1"/>
              <a:t>name_of_environment</a:t>
            </a:r>
            <a:r>
              <a:rPr lang="en-PH" b="1" dirty="0"/>
              <a:t> </a:t>
            </a:r>
            <a:r>
              <a:rPr lang="en-PH" dirty="0"/>
              <a:t>— Remove the specified environment.</a:t>
            </a:r>
          </a:p>
        </p:txBody>
      </p:sp>
    </p:spTree>
    <p:extLst>
      <p:ext uri="{BB962C8B-B14F-4D97-AF65-F5344CB8AC3E}">
        <p14:creationId xmlns:p14="http://schemas.microsoft.com/office/powerpoint/2010/main" val="7219726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Installing Django</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Once you've created a virtual environment, and called </a:t>
            </a:r>
            <a:r>
              <a:rPr lang="en-US" b="1" i="1" dirty="0" err="1"/>
              <a:t>workon</a:t>
            </a:r>
            <a:r>
              <a:rPr lang="en-US" b="1" i="1" dirty="0"/>
              <a:t> </a:t>
            </a:r>
            <a:r>
              <a:rPr lang="en-US" dirty="0"/>
              <a:t>to enter it, you can use pip3 to install Django.</a:t>
            </a:r>
          </a:p>
          <a:p>
            <a:pPr marL="0" indent="0">
              <a:buNone/>
            </a:pPr>
            <a:endParaRPr lang="en-US" dirty="0"/>
          </a:p>
          <a:p>
            <a:pPr marL="0" indent="0">
              <a:buNone/>
            </a:pPr>
            <a:endParaRPr lang="en-US" dirty="0"/>
          </a:p>
          <a:p>
            <a:pPr marL="0" indent="0">
              <a:buNone/>
            </a:pPr>
            <a:endParaRPr lang="en-US" dirty="0"/>
          </a:p>
          <a:p>
            <a:pPr marL="0" indent="0">
              <a:buNone/>
            </a:pPr>
            <a:endParaRPr lang="en-PH" dirty="0"/>
          </a:p>
        </p:txBody>
      </p:sp>
      <p:pic>
        <p:nvPicPr>
          <p:cNvPr id="8" name="Picture 7">
            <a:extLst>
              <a:ext uri="{FF2B5EF4-FFF2-40B4-BE49-F238E27FC236}">
                <a16:creationId xmlns:a16="http://schemas.microsoft.com/office/drawing/2014/main" id="{6AD7B436-D0B6-5C57-1011-F47973AAF37E}"/>
              </a:ext>
            </a:extLst>
          </p:cNvPr>
          <p:cNvPicPr>
            <a:picLocks noChangeAspect="1"/>
          </p:cNvPicPr>
          <p:nvPr/>
        </p:nvPicPr>
        <p:blipFill>
          <a:blip r:embed="rId2"/>
          <a:stretch>
            <a:fillRect/>
          </a:stretch>
        </p:blipFill>
        <p:spPr>
          <a:xfrm>
            <a:off x="1516258" y="3240835"/>
            <a:ext cx="7777484" cy="376330"/>
          </a:xfrm>
          <a:prstGeom prst="rect">
            <a:avLst/>
          </a:prstGeom>
        </p:spPr>
      </p:pic>
    </p:spTree>
    <p:extLst>
      <p:ext uri="{BB962C8B-B14F-4D97-AF65-F5344CB8AC3E}">
        <p14:creationId xmlns:p14="http://schemas.microsoft.com/office/powerpoint/2010/main" val="31079446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Testing your installation</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The previous test works, but it isn't very much fun. A more interesting test is to create a skeleton project and see it working. To do this, first navigate in your command prompt/terminal to where you want to store your Django apps. Create a folder for your test site and navigate into it.</a:t>
            </a:r>
          </a:p>
          <a:p>
            <a:pPr marL="0" indent="0">
              <a:buNone/>
            </a:pPr>
            <a:endParaRPr lang="en-PH" dirty="0"/>
          </a:p>
        </p:txBody>
      </p:sp>
      <p:pic>
        <p:nvPicPr>
          <p:cNvPr id="5" name="Picture 4">
            <a:extLst>
              <a:ext uri="{FF2B5EF4-FFF2-40B4-BE49-F238E27FC236}">
                <a16:creationId xmlns:a16="http://schemas.microsoft.com/office/drawing/2014/main" id="{D0DDCFF8-FFA0-7C0E-6B5B-BEDAE7342DB2}"/>
              </a:ext>
            </a:extLst>
          </p:cNvPr>
          <p:cNvPicPr>
            <a:picLocks noChangeAspect="1"/>
          </p:cNvPicPr>
          <p:nvPr/>
        </p:nvPicPr>
        <p:blipFill>
          <a:blip r:embed="rId2"/>
          <a:stretch>
            <a:fillRect/>
          </a:stretch>
        </p:blipFill>
        <p:spPr>
          <a:xfrm>
            <a:off x="2523726" y="4001294"/>
            <a:ext cx="7144547" cy="1300227"/>
          </a:xfrm>
          <a:prstGeom prst="rect">
            <a:avLst/>
          </a:prstGeom>
        </p:spPr>
      </p:pic>
    </p:spTree>
    <p:extLst>
      <p:ext uri="{BB962C8B-B14F-4D97-AF65-F5344CB8AC3E}">
        <p14:creationId xmlns:p14="http://schemas.microsoft.com/office/powerpoint/2010/main" val="547386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Creating Test Site</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You can then create a new skeleton site called "</a:t>
            </a:r>
            <a:r>
              <a:rPr lang="en-US" b="1" i="1" dirty="0" err="1"/>
              <a:t>mytestsite</a:t>
            </a:r>
            <a:r>
              <a:rPr lang="en-US" dirty="0"/>
              <a:t>" using the </a:t>
            </a:r>
            <a:r>
              <a:rPr lang="en-US" b="1" i="1" dirty="0" err="1"/>
              <a:t>django</a:t>
            </a:r>
            <a:r>
              <a:rPr lang="en-US" b="1" i="1" dirty="0"/>
              <a:t>-admin</a:t>
            </a:r>
            <a:r>
              <a:rPr lang="en-US" dirty="0"/>
              <a:t> tool as shown. After creating the site, you can navigate into the folder where you will find the main script for managing projects, called </a:t>
            </a:r>
            <a:r>
              <a:rPr lang="en-US" b="1" i="1" dirty="0"/>
              <a:t>manage.py</a:t>
            </a:r>
            <a:r>
              <a:rPr lang="en-US" dirty="0"/>
              <a:t>.</a:t>
            </a:r>
            <a:endParaRPr lang="en-PH" dirty="0"/>
          </a:p>
        </p:txBody>
      </p:sp>
      <p:pic>
        <p:nvPicPr>
          <p:cNvPr id="6" name="Picture 5">
            <a:extLst>
              <a:ext uri="{FF2B5EF4-FFF2-40B4-BE49-F238E27FC236}">
                <a16:creationId xmlns:a16="http://schemas.microsoft.com/office/drawing/2014/main" id="{B0EFB027-63D7-337B-19AD-0B0FF4054B18}"/>
              </a:ext>
            </a:extLst>
          </p:cNvPr>
          <p:cNvPicPr>
            <a:picLocks noChangeAspect="1"/>
          </p:cNvPicPr>
          <p:nvPr/>
        </p:nvPicPr>
        <p:blipFill>
          <a:blip r:embed="rId2"/>
          <a:stretch>
            <a:fillRect/>
          </a:stretch>
        </p:blipFill>
        <p:spPr>
          <a:xfrm>
            <a:off x="2198453" y="3601063"/>
            <a:ext cx="7795094" cy="1769223"/>
          </a:xfrm>
          <a:prstGeom prst="rect">
            <a:avLst/>
          </a:prstGeom>
        </p:spPr>
      </p:pic>
    </p:spTree>
    <p:extLst>
      <p:ext uri="{BB962C8B-B14F-4D97-AF65-F5344CB8AC3E}">
        <p14:creationId xmlns:p14="http://schemas.microsoft.com/office/powerpoint/2010/main" val="33398708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Creating Test Site</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We can run the development web server from within this folder using </a:t>
            </a:r>
            <a:r>
              <a:rPr lang="en-US" b="1" i="1" dirty="0"/>
              <a:t>manage.py </a:t>
            </a:r>
            <a:r>
              <a:rPr lang="en-US" dirty="0"/>
              <a:t>and the </a:t>
            </a:r>
            <a:r>
              <a:rPr lang="en-US" b="1" i="1" dirty="0" err="1"/>
              <a:t>runserver</a:t>
            </a:r>
            <a:r>
              <a:rPr lang="en-US" dirty="0"/>
              <a:t> command, as shown.</a:t>
            </a:r>
            <a:endParaRPr lang="en-PH" dirty="0"/>
          </a:p>
          <a:p>
            <a:pPr marL="0" indent="0">
              <a:buNone/>
            </a:pPr>
            <a:endParaRPr lang="en-US" dirty="0"/>
          </a:p>
        </p:txBody>
      </p:sp>
      <p:pic>
        <p:nvPicPr>
          <p:cNvPr id="6" name="Picture 5">
            <a:extLst>
              <a:ext uri="{FF2B5EF4-FFF2-40B4-BE49-F238E27FC236}">
                <a16:creationId xmlns:a16="http://schemas.microsoft.com/office/drawing/2014/main" id="{8A898B91-2D5E-FCB5-2D6A-74BB52563EFF}"/>
              </a:ext>
            </a:extLst>
          </p:cNvPr>
          <p:cNvPicPr>
            <a:picLocks noChangeAspect="1"/>
          </p:cNvPicPr>
          <p:nvPr/>
        </p:nvPicPr>
        <p:blipFill>
          <a:blip r:embed="rId2"/>
          <a:stretch>
            <a:fillRect/>
          </a:stretch>
        </p:blipFill>
        <p:spPr>
          <a:xfrm>
            <a:off x="1066102" y="3145627"/>
            <a:ext cx="9675930" cy="1023416"/>
          </a:xfrm>
          <a:prstGeom prst="rect">
            <a:avLst/>
          </a:prstGeom>
        </p:spPr>
      </p:pic>
    </p:spTree>
    <p:extLst>
      <p:ext uri="{BB962C8B-B14F-4D97-AF65-F5344CB8AC3E}">
        <p14:creationId xmlns:p14="http://schemas.microsoft.com/office/powerpoint/2010/main" val="3115215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Creating Test Site</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a:bodyPr>
          <a:lstStyle/>
          <a:p>
            <a:pPr marL="0" indent="0">
              <a:buNone/>
            </a:pPr>
            <a:r>
              <a:rPr lang="en-US" sz="2400" dirty="0"/>
              <a:t>Once the server is running you can view the site by navigating to the following URL on your local web browser: </a:t>
            </a:r>
            <a:r>
              <a:rPr lang="en-US" sz="2400" b="1" i="1" dirty="0"/>
              <a:t>http://127.0.0.1:8000/. </a:t>
            </a:r>
            <a:r>
              <a:rPr lang="en-US" sz="2400" dirty="0"/>
              <a:t>You should see a site that looks like this:</a:t>
            </a:r>
          </a:p>
          <a:p>
            <a:pPr marL="0" indent="0">
              <a:buNone/>
            </a:pPr>
            <a:endParaRPr lang="en-US" sz="2400" dirty="0"/>
          </a:p>
        </p:txBody>
      </p:sp>
      <p:pic>
        <p:nvPicPr>
          <p:cNvPr id="7" name="Picture 6">
            <a:extLst>
              <a:ext uri="{FF2B5EF4-FFF2-40B4-BE49-F238E27FC236}">
                <a16:creationId xmlns:a16="http://schemas.microsoft.com/office/drawing/2014/main" id="{686B3F58-755D-9AA4-0BF3-3E286667F742}"/>
              </a:ext>
            </a:extLst>
          </p:cNvPr>
          <p:cNvPicPr>
            <a:picLocks noChangeAspect="1"/>
          </p:cNvPicPr>
          <p:nvPr/>
        </p:nvPicPr>
        <p:blipFill>
          <a:blip r:embed="rId2"/>
          <a:stretch>
            <a:fillRect/>
          </a:stretch>
        </p:blipFill>
        <p:spPr>
          <a:xfrm>
            <a:off x="3609981" y="2668167"/>
            <a:ext cx="4972038" cy="3508796"/>
          </a:xfrm>
          <a:prstGeom prst="rect">
            <a:avLst/>
          </a:prstGeom>
        </p:spPr>
      </p:pic>
    </p:spTree>
    <p:extLst>
      <p:ext uri="{BB962C8B-B14F-4D97-AF65-F5344CB8AC3E}">
        <p14:creationId xmlns:p14="http://schemas.microsoft.com/office/powerpoint/2010/main" val="2891741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A30A394-8471-F9C6-B634-1A17A70AE4D2}"/>
              </a:ext>
            </a:extLst>
          </p:cNvPr>
          <p:cNvSpPr>
            <a:spLocks noGrp="1"/>
          </p:cNvSpPr>
          <p:nvPr>
            <p:ph type="title"/>
          </p:nvPr>
        </p:nvSpPr>
        <p:spPr>
          <a:xfrm>
            <a:off x="2495549" y="2766218"/>
            <a:ext cx="7200901" cy="1325563"/>
          </a:xfrm>
        </p:spPr>
        <p:txBody>
          <a:bodyPr/>
          <a:lstStyle/>
          <a:p>
            <a:pPr algn="ctr"/>
            <a:r>
              <a:rPr lang="en-US" dirty="0"/>
              <a:t>DJANGO PROJECT AND APPLICATION</a:t>
            </a:r>
            <a:endParaRPr lang="en-PH" dirty="0"/>
          </a:p>
        </p:txBody>
      </p:sp>
    </p:spTree>
    <p:extLst>
      <p:ext uri="{BB962C8B-B14F-4D97-AF65-F5344CB8AC3E}">
        <p14:creationId xmlns:p14="http://schemas.microsoft.com/office/powerpoint/2010/main" val="26886105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7426C-34FC-ABE2-2E24-30CC88E1D9AC}"/>
              </a:ext>
            </a:extLst>
          </p:cNvPr>
          <p:cNvSpPr>
            <a:spLocks noGrp="1"/>
          </p:cNvSpPr>
          <p:nvPr>
            <p:ph type="title"/>
          </p:nvPr>
        </p:nvSpPr>
        <p:spPr/>
        <p:txBody>
          <a:bodyPr/>
          <a:lstStyle/>
          <a:p>
            <a:r>
              <a:rPr lang="en-US" dirty="0"/>
              <a:t>Starting a New Project</a:t>
            </a:r>
            <a:endParaRPr lang="en-PH" dirty="0"/>
          </a:p>
        </p:txBody>
      </p:sp>
      <p:sp>
        <p:nvSpPr>
          <p:cNvPr id="3" name="Content Placeholder 2">
            <a:extLst>
              <a:ext uri="{FF2B5EF4-FFF2-40B4-BE49-F238E27FC236}">
                <a16:creationId xmlns:a16="http://schemas.microsoft.com/office/drawing/2014/main" id="{6EFBF12A-DF29-0192-AFCF-CA3374E56DEA}"/>
              </a:ext>
            </a:extLst>
          </p:cNvPr>
          <p:cNvSpPr>
            <a:spLocks noGrp="1"/>
          </p:cNvSpPr>
          <p:nvPr>
            <p:ph idx="1"/>
          </p:nvPr>
        </p:nvSpPr>
        <p:spPr/>
        <p:txBody>
          <a:bodyPr/>
          <a:lstStyle/>
          <a:p>
            <a:pPr marL="0" indent="0">
              <a:buNone/>
            </a:pPr>
            <a:r>
              <a:rPr lang="en-US" dirty="0"/>
              <a:t>In Django, every web app you want to create is called a project; and a project is a sum of applications. An application is a set of code files relying on the MVT pattern. As example let's say we want to build a website, the website is our project and the forum, news, contact engine are applications. This structure makes it easier to move an application between projects since every application is independent.</a:t>
            </a:r>
            <a:endParaRPr lang="en-PH" dirty="0"/>
          </a:p>
        </p:txBody>
      </p:sp>
    </p:spTree>
    <p:extLst>
      <p:ext uri="{BB962C8B-B14F-4D97-AF65-F5344CB8AC3E}">
        <p14:creationId xmlns:p14="http://schemas.microsoft.com/office/powerpoint/2010/main" val="5521220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7426C-34FC-ABE2-2E24-30CC88E1D9AC}"/>
              </a:ext>
            </a:extLst>
          </p:cNvPr>
          <p:cNvSpPr>
            <a:spLocks noGrp="1"/>
          </p:cNvSpPr>
          <p:nvPr>
            <p:ph type="title"/>
          </p:nvPr>
        </p:nvSpPr>
        <p:spPr/>
        <p:txBody>
          <a:bodyPr/>
          <a:lstStyle/>
          <a:p>
            <a:r>
              <a:rPr lang="en-US" dirty="0"/>
              <a:t>Create a Project</a:t>
            </a:r>
            <a:endParaRPr lang="en-PH" dirty="0"/>
          </a:p>
        </p:txBody>
      </p:sp>
      <p:sp>
        <p:nvSpPr>
          <p:cNvPr id="3" name="Content Placeholder 2">
            <a:extLst>
              <a:ext uri="{FF2B5EF4-FFF2-40B4-BE49-F238E27FC236}">
                <a16:creationId xmlns:a16="http://schemas.microsoft.com/office/drawing/2014/main" id="{6EFBF12A-DF29-0192-AFCF-CA3374E56DEA}"/>
              </a:ext>
            </a:extLst>
          </p:cNvPr>
          <p:cNvSpPr>
            <a:spLocks noGrp="1"/>
          </p:cNvSpPr>
          <p:nvPr>
            <p:ph idx="1"/>
          </p:nvPr>
        </p:nvSpPr>
        <p:spPr/>
        <p:txBody>
          <a:bodyPr>
            <a:normAutofit/>
          </a:bodyPr>
          <a:lstStyle/>
          <a:p>
            <a:pPr marL="0" indent="0">
              <a:buNone/>
            </a:pPr>
            <a:r>
              <a:rPr lang="en-US" sz="2400" dirty="0"/>
              <a:t>Whether you are on Windows or Linux, just get a terminal or a </a:t>
            </a:r>
            <a:r>
              <a:rPr lang="en-US" sz="2400" dirty="0" err="1"/>
              <a:t>cmd</a:t>
            </a:r>
            <a:r>
              <a:rPr lang="en-US" sz="2400" dirty="0"/>
              <a:t> prompt and navigate to the place you want your project to be created (cd to your created environment </a:t>
            </a:r>
            <a:r>
              <a:rPr lang="en-US" sz="2400" b="1" i="1" dirty="0" err="1"/>
              <a:t>my_django_environment</a:t>
            </a:r>
            <a:r>
              <a:rPr lang="en-US" sz="2400" dirty="0"/>
              <a:t>), then use this code:</a:t>
            </a:r>
          </a:p>
          <a:p>
            <a:pPr marL="0" indent="0">
              <a:buNone/>
            </a:pPr>
            <a:endParaRPr lang="en-US" sz="2400" dirty="0"/>
          </a:p>
          <a:p>
            <a:pPr marL="0" indent="0">
              <a:buNone/>
            </a:pPr>
            <a:endParaRPr lang="en-US" sz="2400" dirty="0"/>
          </a:p>
          <a:p>
            <a:pPr marL="0" indent="0">
              <a:buNone/>
            </a:pPr>
            <a:r>
              <a:rPr lang="en-US" sz="2400" dirty="0"/>
              <a:t>This will create a "</a:t>
            </a:r>
            <a:r>
              <a:rPr lang="en-US" sz="2400" b="1" i="1" dirty="0" err="1"/>
              <a:t>myproject</a:t>
            </a:r>
            <a:r>
              <a:rPr lang="en-US" sz="2400" dirty="0"/>
              <a:t>" folder with the following structure:</a:t>
            </a:r>
          </a:p>
          <a:p>
            <a:pPr marL="0" indent="0">
              <a:buNone/>
            </a:pPr>
            <a:endParaRPr lang="en-US" sz="2400" dirty="0"/>
          </a:p>
          <a:p>
            <a:pPr marL="0" indent="0">
              <a:buNone/>
            </a:pPr>
            <a:endParaRPr lang="en-PH" sz="2400" dirty="0"/>
          </a:p>
        </p:txBody>
      </p:sp>
      <p:pic>
        <p:nvPicPr>
          <p:cNvPr id="5" name="Picture 4">
            <a:extLst>
              <a:ext uri="{FF2B5EF4-FFF2-40B4-BE49-F238E27FC236}">
                <a16:creationId xmlns:a16="http://schemas.microsoft.com/office/drawing/2014/main" id="{15171043-71C4-EB46-1DBB-EDBFCF8A2DBC}"/>
              </a:ext>
            </a:extLst>
          </p:cNvPr>
          <p:cNvPicPr>
            <a:picLocks noChangeAspect="1"/>
          </p:cNvPicPr>
          <p:nvPr/>
        </p:nvPicPr>
        <p:blipFill>
          <a:blip r:embed="rId2"/>
          <a:stretch>
            <a:fillRect/>
          </a:stretch>
        </p:blipFill>
        <p:spPr>
          <a:xfrm>
            <a:off x="3447110" y="2962567"/>
            <a:ext cx="5297780" cy="647506"/>
          </a:xfrm>
          <a:prstGeom prst="rect">
            <a:avLst/>
          </a:prstGeom>
        </p:spPr>
      </p:pic>
      <p:pic>
        <p:nvPicPr>
          <p:cNvPr id="7" name="Picture 6">
            <a:extLst>
              <a:ext uri="{FF2B5EF4-FFF2-40B4-BE49-F238E27FC236}">
                <a16:creationId xmlns:a16="http://schemas.microsoft.com/office/drawing/2014/main" id="{41C63BC6-EA74-B274-3979-05E7838EA1A8}"/>
              </a:ext>
            </a:extLst>
          </p:cNvPr>
          <p:cNvPicPr>
            <a:picLocks noChangeAspect="1"/>
          </p:cNvPicPr>
          <p:nvPr/>
        </p:nvPicPr>
        <p:blipFill>
          <a:blip r:embed="rId3"/>
          <a:stretch>
            <a:fillRect/>
          </a:stretch>
        </p:blipFill>
        <p:spPr>
          <a:xfrm>
            <a:off x="5106390" y="4328242"/>
            <a:ext cx="1979219" cy="1848721"/>
          </a:xfrm>
          <a:prstGeom prst="rect">
            <a:avLst/>
          </a:prstGeom>
        </p:spPr>
      </p:pic>
    </p:spTree>
    <p:extLst>
      <p:ext uri="{BB962C8B-B14F-4D97-AF65-F5344CB8AC3E}">
        <p14:creationId xmlns:p14="http://schemas.microsoft.com/office/powerpoint/2010/main" val="6595400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The Project Structure</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The “</a:t>
            </a:r>
            <a:r>
              <a:rPr lang="en-US" b="1" i="1" dirty="0" err="1"/>
              <a:t>myproject</a:t>
            </a:r>
            <a:r>
              <a:rPr lang="en-US" dirty="0"/>
              <a:t>” folder is just your project container, it actually contains two elements:</a:t>
            </a:r>
          </a:p>
          <a:p>
            <a:r>
              <a:rPr lang="en-US" b="1" i="1" dirty="0"/>
              <a:t>manage.py </a:t>
            </a:r>
            <a:r>
              <a:rPr lang="en-US" dirty="0"/>
              <a:t>− This file is kind of your project local </a:t>
            </a:r>
            <a:r>
              <a:rPr lang="en-US" dirty="0" err="1"/>
              <a:t>django</a:t>
            </a:r>
            <a:r>
              <a:rPr lang="en-US" dirty="0"/>
              <a:t>-admin for interacting with your project via command line (start the development server, sync db...). To get a full list of command accessible via manage.py you can use the code −</a:t>
            </a:r>
          </a:p>
          <a:p>
            <a:pPr marL="0" indent="0">
              <a:buNone/>
            </a:pPr>
            <a:endParaRPr lang="en-PH" dirty="0"/>
          </a:p>
        </p:txBody>
      </p:sp>
      <p:pic>
        <p:nvPicPr>
          <p:cNvPr id="5" name="Picture 4">
            <a:extLst>
              <a:ext uri="{FF2B5EF4-FFF2-40B4-BE49-F238E27FC236}">
                <a16:creationId xmlns:a16="http://schemas.microsoft.com/office/drawing/2014/main" id="{85BC3B86-2881-AAF2-4C37-75283FFEA0F3}"/>
              </a:ext>
            </a:extLst>
          </p:cNvPr>
          <p:cNvPicPr>
            <a:picLocks noChangeAspect="1"/>
          </p:cNvPicPr>
          <p:nvPr/>
        </p:nvPicPr>
        <p:blipFill>
          <a:blip r:embed="rId2"/>
          <a:stretch>
            <a:fillRect/>
          </a:stretch>
        </p:blipFill>
        <p:spPr>
          <a:xfrm>
            <a:off x="3490854" y="4433633"/>
            <a:ext cx="5210292" cy="762482"/>
          </a:xfrm>
          <a:prstGeom prst="rect">
            <a:avLst/>
          </a:prstGeom>
        </p:spPr>
      </p:pic>
    </p:spTree>
    <p:extLst>
      <p:ext uri="{BB962C8B-B14F-4D97-AF65-F5344CB8AC3E}">
        <p14:creationId xmlns:p14="http://schemas.microsoft.com/office/powerpoint/2010/main" val="42811690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The Project Structure</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a:bodyPr>
          <a:lstStyle/>
          <a:p>
            <a:r>
              <a:rPr lang="en-US" dirty="0"/>
              <a:t>The “</a:t>
            </a:r>
            <a:r>
              <a:rPr lang="en-US" b="1" i="1" dirty="0" err="1"/>
              <a:t>myproject</a:t>
            </a:r>
            <a:r>
              <a:rPr lang="en-US" dirty="0"/>
              <a:t>” subfolder − This folder is the actual python package of your project. It contains four files:</a:t>
            </a:r>
          </a:p>
          <a:p>
            <a:pPr lvl="1"/>
            <a:r>
              <a:rPr lang="en-US" b="1" dirty="0"/>
              <a:t>__init__.py </a:t>
            </a:r>
            <a:r>
              <a:rPr lang="en-US" dirty="0"/>
              <a:t>− Just for python, treat this folder as package.</a:t>
            </a:r>
          </a:p>
          <a:p>
            <a:pPr lvl="1"/>
            <a:r>
              <a:rPr lang="en-US" b="1" dirty="0"/>
              <a:t>settings.py </a:t>
            </a:r>
            <a:r>
              <a:rPr lang="en-US" dirty="0"/>
              <a:t>− As the name indicates, your project settings.</a:t>
            </a:r>
          </a:p>
          <a:p>
            <a:pPr lvl="1"/>
            <a:r>
              <a:rPr lang="en-US" b="1" dirty="0"/>
              <a:t>urls.py </a:t>
            </a:r>
            <a:r>
              <a:rPr lang="en-US" dirty="0"/>
              <a:t>− All links of your project and the function to call. </a:t>
            </a:r>
          </a:p>
          <a:p>
            <a:pPr lvl="1"/>
            <a:r>
              <a:rPr lang="en-US" b="1" dirty="0"/>
              <a:t>wsgi.py </a:t>
            </a:r>
            <a:r>
              <a:rPr lang="en-US" dirty="0"/>
              <a:t>− If you need to deploy your project over WSGI.</a:t>
            </a:r>
            <a:endParaRPr lang="en-PH" dirty="0"/>
          </a:p>
        </p:txBody>
      </p:sp>
    </p:spTree>
    <p:extLst>
      <p:ext uri="{BB962C8B-B14F-4D97-AF65-F5344CB8AC3E}">
        <p14:creationId xmlns:p14="http://schemas.microsoft.com/office/powerpoint/2010/main" val="21841900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FA103-CCD0-AF68-7780-68F14CF23154}"/>
              </a:ext>
            </a:extLst>
          </p:cNvPr>
          <p:cNvSpPr>
            <a:spLocks noGrp="1"/>
          </p:cNvSpPr>
          <p:nvPr>
            <p:ph type="title"/>
          </p:nvPr>
        </p:nvSpPr>
        <p:spPr/>
        <p:txBody>
          <a:bodyPr/>
          <a:lstStyle/>
          <a:p>
            <a:r>
              <a:rPr lang="en-US" dirty="0"/>
              <a:t>Setting Up Your Project</a:t>
            </a:r>
            <a:endParaRPr lang="en-PH" dirty="0"/>
          </a:p>
        </p:txBody>
      </p:sp>
      <p:sp>
        <p:nvSpPr>
          <p:cNvPr id="3" name="Content Placeholder 2">
            <a:extLst>
              <a:ext uri="{FF2B5EF4-FFF2-40B4-BE49-F238E27FC236}">
                <a16:creationId xmlns:a16="http://schemas.microsoft.com/office/drawing/2014/main" id="{97FD4E3D-4F09-18EC-FBB4-CF3744E40009}"/>
              </a:ext>
            </a:extLst>
          </p:cNvPr>
          <p:cNvSpPr>
            <a:spLocks noGrp="1"/>
          </p:cNvSpPr>
          <p:nvPr>
            <p:ph idx="1"/>
          </p:nvPr>
        </p:nvSpPr>
        <p:spPr/>
        <p:txBody>
          <a:bodyPr>
            <a:normAutofit fontScale="92500" lnSpcReduction="20000"/>
          </a:bodyPr>
          <a:lstStyle/>
          <a:p>
            <a:pPr marL="0" indent="0">
              <a:buNone/>
            </a:pPr>
            <a:endParaRPr lang="en-US" sz="2400" dirty="0"/>
          </a:p>
          <a:p>
            <a:pPr marL="0" indent="0">
              <a:buNone/>
            </a:pPr>
            <a:endParaRPr lang="en-PH" sz="2400" dirty="0"/>
          </a:p>
          <a:p>
            <a:pPr marL="0" indent="0">
              <a:buNone/>
            </a:pPr>
            <a:endParaRPr lang="en-PH" sz="2400" dirty="0"/>
          </a:p>
          <a:p>
            <a:pPr marL="0" indent="0">
              <a:buNone/>
            </a:pPr>
            <a:endParaRPr lang="en-US" sz="2400" dirty="0"/>
          </a:p>
          <a:p>
            <a:pPr marL="0" indent="0">
              <a:buNone/>
            </a:pPr>
            <a:endParaRPr lang="en-US" sz="2400" dirty="0"/>
          </a:p>
          <a:p>
            <a:pPr marL="0" indent="0">
              <a:buNone/>
            </a:pPr>
            <a:r>
              <a:rPr lang="en-US" sz="2400" dirty="0"/>
              <a:t>Database is set in the ‘Database’ dictionary. The example above is for SQLite engine. As stated earlier, Django also supports:</a:t>
            </a:r>
          </a:p>
          <a:p>
            <a:r>
              <a:rPr lang="en-PH" sz="2400" dirty="0"/>
              <a:t>MySQL (</a:t>
            </a:r>
            <a:r>
              <a:rPr lang="en-PH" sz="2400" dirty="0" err="1"/>
              <a:t>django.db.backends.mysql</a:t>
            </a:r>
            <a:r>
              <a:rPr lang="en-PH" sz="2400" dirty="0"/>
              <a:t>)</a:t>
            </a:r>
          </a:p>
          <a:p>
            <a:r>
              <a:rPr lang="en-PH" sz="2400" dirty="0" err="1"/>
              <a:t>PostGreSQL</a:t>
            </a:r>
            <a:r>
              <a:rPr lang="en-PH" sz="2400" dirty="0"/>
              <a:t> (django.db.backends.postgresql_psycopg2)</a:t>
            </a:r>
          </a:p>
          <a:p>
            <a:r>
              <a:rPr lang="en-PH" sz="2400" dirty="0"/>
              <a:t>Oracle (</a:t>
            </a:r>
            <a:r>
              <a:rPr lang="en-PH" sz="2400" dirty="0" err="1"/>
              <a:t>django.db.backends.oracle</a:t>
            </a:r>
            <a:r>
              <a:rPr lang="en-PH" sz="2400" dirty="0"/>
              <a:t>) and NoSQL DB</a:t>
            </a:r>
          </a:p>
          <a:p>
            <a:r>
              <a:rPr lang="en-PH" sz="2400" dirty="0"/>
              <a:t>MongoDB (</a:t>
            </a:r>
            <a:r>
              <a:rPr lang="en-PH" sz="2400" dirty="0" err="1"/>
              <a:t>django_mongodb_engine</a:t>
            </a:r>
            <a:r>
              <a:rPr lang="en-PH" sz="2400" dirty="0"/>
              <a:t>)</a:t>
            </a:r>
          </a:p>
          <a:p>
            <a:pPr marL="0" indent="0">
              <a:buNone/>
            </a:pPr>
            <a:endParaRPr lang="en-PH" sz="2400" dirty="0"/>
          </a:p>
        </p:txBody>
      </p:sp>
      <p:pic>
        <p:nvPicPr>
          <p:cNvPr id="5" name="Picture 4">
            <a:extLst>
              <a:ext uri="{FF2B5EF4-FFF2-40B4-BE49-F238E27FC236}">
                <a16:creationId xmlns:a16="http://schemas.microsoft.com/office/drawing/2014/main" id="{1D46FA00-83A4-DC84-956F-B61B573F70A2}"/>
              </a:ext>
            </a:extLst>
          </p:cNvPr>
          <p:cNvPicPr>
            <a:picLocks noChangeAspect="1"/>
          </p:cNvPicPr>
          <p:nvPr/>
        </p:nvPicPr>
        <p:blipFill>
          <a:blip r:embed="rId2"/>
          <a:stretch>
            <a:fillRect/>
          </a:stretch>
        </p:blipFill>
        <p:spPr>
          <a:xfrm>
            <a:off x="4272110" y="1690688"/>
            <a:ext cx="3647779" cy="1965433"/>
          </a:xfrm>
          <a:prstGeom prst="rect">
            <a:avLst/>
          </a:prstGeom>
        </p:spPr>
      </p:pic>
    </p:spTree>
    <p:extLst>
      <p:ext uri="{BB962C8B-B14F-4D97-AF65-F5344CB8AC3E}">
        <p14:creationId xmlns:p14="http://schemas.microsoft.com/office/powerpoint/2010/main" val="3682089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E5F4B-0A09-C760-3F5B-E807DE9E138C}"/>
              </a:ext>
            </a:extLst>
          </p:cNvPr>
          <p:cNvSpPr>
            <a:spLocks noGrp="1"/>
          </p:cNvSpPr>
          <p:nvPr>
            <p:ph type="title"/>
          </p:nvPr>
        </p:nvSpPr>
        <p:spPr/>
        <p:txBody>
          <a:bodyPr/>
          <a:lstStyle/>
          <a:p>
            <a:r>
              <a:rPr lang="en-US" dirty="0"/>
              <a:t>Setting Up Your Project</a:t>
            </a:r>
            <a:endParaRPr lang="en-PH" dirty="0"/>
          </a:p>
        </p:txBody>
      </p:sp>
      <p:sp>
        <p:nvSpPr>
          <p:cNvPr id="3" name="Content Placeholder 2">
            <a:extLst>
              <a:ext uri="{FF2B5EF4-FFF2-40B4-BE49-F238E27FC236}">
                <a16:creationId xmlns:a16="http://schemas.microsoft.com/office/drawing/2014/main" id="{85A0370C-50E0-A227-3B5D-EBA87459C06C}"/>
              </a:ext>
            </a:extLst>
          </p:cNvPr>
          <p:cNvSpPr>
            <a:spLocks noGrp="1"/>
          </p:cNvSpPr>
          <p:nvPr>
            <p:ph idx="1"/>
          </p:nvPr>
        </p:nvSpPr>
        <p:spPr/>
        <p:txBody>
          <a:bodyPr/>
          <a:lstStyle/>
          <a:p>
            <a:pPr marL="0" indent="0">
              <a:buNone/>
            </a:pPr>
            <a:r>
              <a:rPr lang="en-US" dirty="0"/>
              <a:t>Now that your project is created and configured make sure it's working:</a:t>
            </a:r>
          </a:p>
          <a:p>
            <a:pPr marL="0" indent="0">
              <a:buNone/>
            </a:pPr>
            <a:endParaRPr lang="en-PH" dirty="0"/>
          </a:p>
        </p:txBody>
      </p:sp>
      <p:pic>
        <p:nvPicPr>
          <p:cNvPr id="5" name="Picture 4">
            <a:extLst>
              <a:ext uri="{FF2B5EF4-FFF2-40B4-BE49-F238E27FC236}">
                <a16:creationId xmlns:a16="http://schemas.microsoft.com/office/drawing/2014/main" id="{A28E298F-E701-4ED3-885A-D5C857D6E0F4}"/>
              </a:ext>
            </a:extLst>
          </p:cNvPr>
          <p:cNvPicPr>
            <a:picLocks noChangeAspect="1"/>
          </p:cNvPicPr>
          <p:nvPr/>
        </p:nvPicPr>
        <p:blipFill>
          <a:blip r:embed="rId2"/>
          <a:stretch>
            <a:fillRect/>
          </a:stretch>
        </p:blipFill>
        <p:spPr>
          <a:xfrm>
            <a:off x="3452800" y="2426123"/>
            <a:ext cx="5286400" cy="708963"/>
          </a:xfrm>
          <a:prstGeom prst="rect">
            <a:avLst/>
          </a:prstGeom>
        </p:spPr>
      </p:pic>
    </p:spTree>
    <p:extLst>
      <p:ext uri="{BB962C8B-B14F-4D97-AF65-F5344CB8AC3E}">
        <p14:creationId xmlns:p14="http://schemas.microsoft.com/office/powerpoint/2010/main" val="21220535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Apps Life Cycle</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A project is a sum of many applications. Every application has an objective and can be reused into another project, like the contact form on a website can be an application and can be reused for others. See it as a module of your project.</a:t>
            </a:r>
            <a:endParaRPr lang="en-PH" dirty="0"/>
          </a:p>
        </p:txBody>
      </p:sp>
    </p:spTree>
    <p:extLst>
      <p:ext uri="{BB962C8B-B14F-4D97-AF65-F5344CB8AC3E}">
        <p14:creationId xmlns:p14="http://schemas.microsoft.com/office/powerpoint/2010/main" val="2832921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Create an Application</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a:bodyPr>
          <a:lstStyle/>
          <a:p>
            <a:pPr marL="0" indent="0">
              <a:buNone/>
            </a:pPr>
            <a:r>
              <a:rPr lang="en-US" sz="2400" dirty="0"/>
              <a:t>We assume you are in your project folder. In our </a:t>
            </a:r>
            <a:r>
              <a:rPr lang="en-US" sz="2400" b="1" dirty="0"/>
              <a:t>main</a:t>
            </a:r>
            <a:r>
              <a:rPr lang="en-US" sz="2400" dirty="0"/>
              <a:t> “</a:t>
            </a:r>
            <a:r>
              <a:rPr lang="en-US" sz="2400" b="1" i="1" dirty="0" err="1"/>
              <a:t>myproject</a:t>
            </a:r>
            <a:r>
              <a:rPr lang="en-US" sz="2400" dirty="0"/>
              <a:t>”</a:t>
            </a:r>
            <a:r>
              <a:rPr lang="en-US" sz="2400" b="1" dirty="0"/>
              <a:t> </a:t>
            </a:r>
            <a:r>
              <a:rPr lang="en-US" sz="2400" dirty="0"/>
              <a:t>folder, the same folder then </a:t>
            </a:r>
            <a:r>
              <a:rPr lang="en-US" sz="2400" i="1" dirty="0"/>
              <a:t>manage.py</a:t>
            </a:r>
            <a:r>
              <a:rPr lang="en-US" sz="2400" dirty="0"/>
              <a:t>:</a:t>
            </a:r>
          </a:p>
          <a:p>
            <a:pPr marL="0" indent="0">
              <a:buNone/>
            </a:pPr>
            <a:endParaRPr lang="en-US" sz="2400" dirty="0"/>
          </a:p>
          <a:p>
            <a:pPr marL="0" indent="0">
              <a:buNone/>
            </a:pPr>
            <a:endParaRPr lang="en-US" sz="2400" dirty="0"/>
          </a:p>
          <a:p>
            <a:pPr marL="0" indent="0">
              <a:buNone/>
            </a:pPr>
            <a:r>
              <a:rPr lang="en-US" sz="2400" dirty="0"/>
              <a:t>You just created </a:t>
            </a:r>
            <a:r>
              <a:rPr lang="en-US" sz="2400" b="1" i="1" dirty="0" err="1"/>
              <a:t>myapp</a:t>
            </a:r>
            <a:r>
              <a:rPr lang="en-US" sz="2400" dirty="0"/>
              <a:t> application and like project, Django create a “</a:t>
            </a:r>
            <a:r>
              <a:rPr lang="en-US" sz="2400" b="1" i="1" dirty="0" err="1"/>
              <a:t>myapp</a:t>
            </a:r>
            <a:r>
              <a:rPr lang="en-US" sz="2400" dirty="0"/>
              <a:t>” </a:t>
            </a:r>
            <a:r>
              <a:rPr lang="en-US" sz="2400" b="1" dirty="0"/>
              <a:t>folder</a:t>
            </a:r>
            <a:r>
              <a:rPr lang="en-US" sz="2400" dirty="0"/>
              <a:t> with the application structure:</a:t>
            </a:r>
          </a:p>
          <a:p>
            <a:pPr marL="0" indent="0">
              <a:buNone/>
            </a:pPr>
            <a:endParaRPr lang="en-PH" sz="2400" dirty="0"/>
          </a:p>
        </p:txBody>
      </p:sp>
      <p:pic>
        <p:nvPicPr>
          <p:cNvPr id="5" name="Picture 4">
            <a:extLst>
              <a:ext uri="{FF2B5EF4-FFF2-40B4-BE49-F238E27FC236}">
                <a16:creationId xmlns:a16="http://schemas.microsoft.com/office/drawing/2014/main" id="{275EE5A4-A987-9C6C-806A-B5A8CFC6CC6F}"/>
              </a:ext>
            </a:extLst>
          </p:cNvPr>
          <p:cNvPicPr>
            <a:picLocks noChangeAspect="1"/>
          </p:cNvPicPr>
          <p:nvPr/>
        </p:nvPicPr>
        <p:blipFill>
          <a:blip r:embed="rId2"/>
          <a:stretch>
            <a:fillRect/>
          </a:stretch>
        </p:blipFill>
        <p:spPr>
          <a:xfrm>
            <a:off x="3716880" y="2668661"/>
            <a:ext cx="4758240" cy="687769"/>
          </a:xfrm>
          <a:prstGeom prst="rect">
            <a:avLst/>
          </a:prstGeom>
        </p:spPr>
      </p:pic>
      <p:pic>
        <p:nvPicPr>
          <p:cNvPr id="7" name="Picture 6">
            <a:extLst>
              <a:ext uri="{FF2B5EF4-FFF2-40B4-BE49-F238E27FC236}">
                <a16:creationId xmlns:a16="http://schemas.microsoft.com/office/drawing/2014/main" id="{A572556C-1314-8468-A77B-F4E273162253}"/>
              </a:ext>
            </a:extLst>
          </p:cNvPr>
          <p:cNvPicPr>
            <a:picLocks noChangeAspect="1"/>
          </p:cNvPicPr>
          <p:nvPr/>
        </p:nvPicPr>
        <p:blipFill>
          <a:blip r:embed="rId3"/>
          <a:stretch>
            <a:fillRect/>
          </a:stretch>
        </p:blipFill>
        <p:spPr>
          <a:xfrm>
            <a:off x="5135684" y="4344606"/>
            <a:ext cx="1920631" cy="1693337"/>
          </a:xfrm>
          <a:prstGeom prst="rect">
            <a:avLst/>
          </a:prstGeom>
        </p:spPr>
      </p:pic>
    </p:spTree>
    <p:extLst>
      <p:ext uri="{BB962C8B-B14F-4D97-AF65-F5344CB8AC3E}">
        <p14:creationId xmlns:p14="http://schemas.microsoft.com/office/powerpoint/2010/main" val="24251258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Application Structure</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normAutofit/>
          </a:bodyPr>
          <a:lstStyle/>
          <a:p>
            <a:r>
              <a:rPr lang="en-US" b="1" dirty="0"/>
              <a:t>__init__.py </a:t>
            </a:r>
            <a:r>
              <a:rPr lang="en-US" dirty="0"/>
              <a:t>− Just to make sure python handles this folder as a package.</a:t>
            </a:r>
          </a:p>
          <a:p>
            <a:r>
              <a:rPr lang="en-US" b="1" dirty="0"/>
              <a:t>admin.py </a:t>
            </a:r>
            <a:r>
              <a:rPr lang="en-US" dirty="0"/>
              <a:t>− This file helps you make the app modifiable in the admin interface.</a:t>
            </a:r>
          </a:p>
          <a:p>
            <a:r>
              <a:rPr lang="en-US" b="1" dirty="0"/>
              <a:t>models.py </a:t>
            </a:r>
            <a:r>
              <a:rPr lang="en-US" dirty="0"/>
              <a:t>− This is where all the application models are stored.</a:t>
            </a:r>
          </a:p>
          <a:p>
            <a:r>
              <a:rPr lang="en-US" b="1" dirty="0"/>
              <a:t>tests.py </a:t>
            </a:r>
            <a:r>
              <a:rPr lang="en-US" dirty="0"/>
              <a:t>− This is where your unit tests are.</a:t>
            </a:r>
          </a:p>
          <a:p>
            <a:r>
              <a:rPr lang="en-US" b="1" dirty="0"/>
              <a:t>views.py </a:t>
            </a:r>
            <a:r>
              <a:rPr lang="en-US" dirty="0"/>
              <a:t>− This is where your application views are.</a:t>
            </a:r>
            <a:endParaRPr lang="en-PH" dirty="0"/>
          </a:p>
        </p:txBody>
      </p:sp>
    </p:spTree>
    <p:extLst>
      <p:ext uri="{BB962C8B-B14F-4D97-AF65-F5344CB8AC3E}">
        <p14:creationId xmlns:p14="http://schemas.microsoft.com/office/powerpoint/2010/main" val="30586884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US" dirty="0"/>
              <a:t>Get the Project to Know About Your Application</a:t>
            </a:r>
            <a:endParaRPr lang="en-PH" dirty="0"/>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At this stage we have our "</a:t>
            </a:r>
            <a:r>
              <a:rPr lang="en-US" b="1" i="1" dirty="0" err="1"/>
              <a:t>myapp</a:t>
            </a:r>
            <a:r>
              <a:rPr lang="en-US" dirty="0"/>
              <a:t>" application, now we need to register it with our Django project "</a:t>
            </a:r>
            <a:r>
              <a:rPr lang="en-US" b="1" i="1" dirty="0" err="1"/>
              <a:t>myproject</a:t>
            </a:r>
            <a:r>
              <a:rPr lang="en-US" dirty="0"/>
              <a:t>". To do so, update </a:t>
            </a:r>
            <a:r>
              <a:rPr lang="en-US" b="1" dirty="0"/>
              <a:t>INSTALLED_APPS </a:t>
            </a:r>
            <a:r>
              <a:rPr lang="en-US" dirty="0"/>
              <a:t>tuple in the </a:t>
            </a:r>
            <a:r>
              <a:rPr lang="en-US" b="1" i="1" dirty="0"/>
              <a:t>settings.py </a:t>
            </a:r>
            <a:r>
              <a:rPr lang="en-US" dirty="0"/>
              <a:t>file of your project (add your app name):</a:t>
            </a:r>
          </a:p>
          <a:p>
            <a:pPr marL="0" indent="0">
              <a:buNone/>
            </a:pPr>
            <a:endParaRPr lang="en-PH" dirty="0"/>
          </a:p>
        </p:txBody>
      </p:sp>
      <p:pic>
        <p:nvPicPr>
          <p:cNvPr id="5" name="Picture 4">
            <a:extLst>
              <a:ext uri="{FF2B5EF4-FFF2-40B4-BE49-F238E27FC236}">
                <a16:creationId xmlns:a16="http://schemas.microsoft.com/office/drawing/2014/main" id="{A253B69F-1510-28A3-AE15-4113953F3B41}"/>
              </a:ext>
            </a:extLst>
          </p:cNvPr>
          <p:cNvPicPr>
            <a:picLocks noChangeAspect="1"/>
          </p:cNvPicPr>
          <p:nvPr/>
        </p:nvPicPr>
        <p:blipFill>
          <a:blip r:embed="rId2"/>
          <a:stretch>
            <a:fillRect/>
          </a:stretch>
        </p:blipFill>
        <p:spPr>
          <a:xfrm>
            <a:off x="3656664" y="3429000"/>
            <a:ext cx="4878671" cy="2742110"/>
          </a:xfrm>
          <a:prstGeom prst="rect">
            <a:avLst/>
          </a:prstGeom>
        </p:spPr>
      </p:pic>
      <p:sp>
        <p:nvSpPr>
          <p:cNvPr id="9" name="Oval 8">
            <a:extLst>
              <a:ext uri="{FF2B5EF4-FFF2-40B4-BE49-F238E27FC236}">
                <a16:creationId xmlns:a16="http://schemas.microsoft.com/office/drawing/2014/main" id="{AD0787CA-4444-113E-99B8-BD011974F5C7}"/>
              </a:ext>
            </a:extLst>
          </p:cNvPr>
          <p:cNvSpPr/>
          <p:nvPr/>
        </p:nvSpPr>
        <p:spPr>
          <a:xfrm>
            <a:off x="3875317" y="5422491"/>
            <a:ext cx="1030514" cy="339681"/>
          </a:xfrm>
          <a:prstGeom prst="ellipse">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25720145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923D-63F6-529B-FB94-11CB7FE7423E}"/>
              </a:ext>
            </a:extLst>
          </p:cNvPr>
          <p:cNvSpPr>
            <a:spLocks noGrp="1"/>
          </p:cNvSpPr>
          <p:nvPr>
            <p:ph type="title"/>
          </p:nvPr>
        </p:nvSpPr>
        <p:spPr/>
        <p:txBody>
          <a:bodyPr/>
          <a:lstStyle/>
          <a:p>
            <a:r>
              <a:rPr lang="en-PH" dirty="0"/>
              <a:t>Admin Interface</a:t>
            </a:r>
          </a:p>
        </p:txBody>
      </p:sp>
      <p:sp>
        <p:nvSpPr>
          <p:cNvPr id="3" name="Content Placeholder 2">
            <a:extLst>
              <a:ext uri="{FF2B5EF4-FFF2-40B4-BE49-F238E27FC236}">
                <a16:creationId xmlns:a16="http://schemas.microsoft.com/office/drawing/2014/main" id="{B329F637-321F-641C-689A-2B91AE09F92A}"/>
              </a:ext>
            </a:extLst>
          </p:cNvPr>
          <p:cNvSpPr>
            <a:spLocks noGrp="1"/>
          </p:cNvSpPr>
          <p:nvPr>
            <p:ph idx="1"/>
          </p:nvPr>
        </p:nvSpPr>
        <p:spPr/>
        <p:txBody>
          <a:bodyPr/>
          <a:lstStyle/>
          <a:p>
            <a:pPr marL="0" indent="0">
              <a:buNone/>
            </a:pPr>
            <a:r>
              <a:rPr lang="en-US" dirty="0"/>
              <a:t>Django provides a ready-to-use user interface for administrative activities. We all know how an admin interface is important for a web project. Django automatically generates admin UI based on your project models.</a:t>
            </a:r>
          </a:p>
          <a:p>
            <a:pPr marL="0" indent="0">
              <a:buNone/>
            </a:pPr>
            <a:endParaRPr lang="en-US" dirty="0"/>
          </a:p>
          <a:p>
            <a:pPr marL="0" indent="0">
              <a:buNone/>
            </a:pPr>
            <a:endParaRPr lang="en-PH" dirty="0"/>
          </a:p>
        </p:txBody>
      </p:sp>
    </p:spTree>
    <p:extLst>
      <p:ext uri="{BB962C8B-B14F-4D97-AF65-F5344CB8AC3E}">
        <p14:creationId xmlns:p14="http://schemas.microsoft.com/office/powerpoint/2010/main" val="16311686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D0BC-B487-7FC0-DD36-2F7A31CF2237}"/>
              </a:ext>
            </a:extLst>
          </p:cNvPr>
          <p:cNvSpPr>
            <a:spLocks noGrp="1"/>
          </p:cNvSpPr>
          <p:nvPr>
            <p:ph type="title"/>
          </p:nvPr>
        </p:nvSpPr>
        <p:spPr/>
        <p:txBody>
          <a:bodyPr/>
          <a:lstStyle/>
          <a:p>
            <a:r>
              <a:rPr lang="en-PH" dirty="0"/>
              <a:t>Starting the Admin Interface</a:t>
            </a:r>
          </a:p>
        </p:txBody>
      </p:sp>
      <p:sp>
        <p:nvSpPr>
          <p:cNvPr id="3" name="Content Placeholder 2">
            <a:extLst>
              <a:ext uri="{FF2B5EF4-FFF2-40B4-BE49-F238E27FC236}">
                <a16:creationId xmlns:a16="http://schemas.microsoft.com/office/drawing/2014/main" id="{8D90ECEB-7E56-BCB8-1651-5BC77D20EAF2}"/>
              </a:ext>
            </a:extLst>
          </p:cNvPr>
          <p:cNvSpPr>
            <a:spLocks noGrp="1"/>
          </p:cNvSpPr>
          <p:nvPr>
            <p:ph idx="1"/>
          </p:nvPr>
        </p:nvSpPr>
        <p:spPr/>
        <p:txBody>
          <a:bodyPr/>
          <a:lstStyle/>
          <a:p>
            <a:pPr marL="0" indent="0">
              <a:buNone/>
            </a:pPr>
            <a:r>
              <a:rPr lang="en-US" dirty="0"/>
              <a:t>The Admin interface depends on the </a:t>
            </a:r>
            <a:r>
              <a:rPr lang="en-US" i="1" dirty="0" err="1"/>
              <a:t>django.countrib</a:t>
            </a:r>
            <a:r>
              <a:rPr lang="en-US" i="1" dirty="0"/>
              <a:t> </a:t>
            </a:r>
            <a:r>
              <a:rPr lang="en-US" dirty="0"/>
              <a:t>module. To have it working you need to make sure some modules are imported in the </a:t>
            </a:r>
            <a:r>
              <a:rPr lang="en-US" b="1" dirty="0"/>
              <a:t>INSTALLED_APPS </a:t>
            </a:r>
            <a:r>
              <a:rPr lang="en-US" dirty="0"/>
              <a:t>and </a:t>
            </a:r>
            <a:r>
              <a:rPr lang="en-US" b="1" dirty="0"/>
              <a:t>MIDDLEWARE_CLASSES </a:t>
            </a:r>
            <a:r>
              <a:rPr lang="en-US" dirty="0"/>
              <a:t>tuples of the </a:t>
            </a:r>
            <a:r>
              <a:rPr lang="en-US" b="1" i="1" dirty="0"/>
              <a:t>myproject/settings.py </a:t>
            </a:r>
            <a:r>
              <a:rPr lang="en-US" dirty="0"/>
              <a:t>file.</a:t>
            </a:r>
          </a:p>
          <a:p>
            <a:pPr marL="0" indent="0">
              <a:buNone/>
            </a:pPr>
            <a:endParaRPr lang="en-US" dirty="0"/>
          </a:p>
        </p:txBody>
      </p:sp>
    </p:spTree>
    <p:extLst>
      <p:ext uri="{BB962C8B-B14F-4D97-AF65-F5344CB8AC3E}">
        <p14:creationId xmlns:p14="http://schemas.microsoft.com/office/powerpoint/2010/main" val="6329516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D0BC-B487-7FC0-DD36-2F7A31CF2237}"/>
              </a:ext>
            </a:extLst>
          </p:cNvPr>
          <p:cNvSpPr>
            <a:spLocks noGrp="1"/>
          </p:cNvSpPr>
          <p:nvPr>
            <p:ph type="title"/>
          </p:nvPr>
        </p:nvSpPr>
        <p:spPr/>
        <p:txBody>
          <a:bodyPr/>
          <a:lstStyle/>
          <a:p>
            <a:r>
              <a:rPr lang="en-PH" dirty="0"/>
              <a:t>Starting the Admin Interface</a:t>
            </a:r>
          </a:p>
        </p:txBody>
      </p:sp>
      <p:sp>
        <p:nvSpPr>
          <p:cNvPr id="4" name="Content Placeholder 3">
            <a:extLst>
              <a:ext uri="{FF2B5EF4-FFF2-40B4-BE49-F238E27FC236}">
                <a16:creationId xmlns:a16="http://schemas.microsoft.com/office/drawing/2014/main" id="{A2AED57E-4294-0D46-BDA1-7AC3FC60F9FD}"/>
              </a:ext>
            </a:extLst>
          </p:cNvPr>
          <p:cNvSpPr>
            <a:spLocks noGrp="1"/>
          </p:cNvSpPr>
          <p:nvPr>
            <p:ph sz="half" idx="1"/>
          </p:nvPr>
        </p:nvSpPr>
        <p:spPr/>
        <p:txBody>
          <a:bodyPr/>
          <a:lstStyle/>
          <a:p>
            <a:r>
              <a:rPr lang="en-US" dirty="0"/>
              <a:t>For </a:t>
            </a:r>
            <a:r>
              <a:rPr lang="en-US" b="1" dirty="0"/>
              <a:t>INSTALLED_APPS </a:t>
            </a:r>
            <a:r>
              <a:rPr lang="en-US" dirty="0"/>
              <a:t>make sure you have:</a:t>
            </a:r>
          </a:p>
          <a:p>
            <a:endParaRPr lang="en-PH" dirty="0"/>
          </a:p>
        </p:txBody>
      </p:sp>
      <p:sp>
        <p:nvSpPr>
          <p:cNvPr id="5" name="Content Placeholder 4">
            <a:extLst>
              <a:ext uri="{FF2B5EF4-FFF2-40B4-BE49-F238E27FC236}">
                <a16:creationId xmlns:a16="http://schemas.microsoft.com/office/drawing/2014/main" id="{0B0152AD-3696-21B1-EA22-84B14268F0C6}"/>
              </a:ext>
            </a:extLst>
          </p:cNvPr>
          <p:cNvSpPr>
            <a:spLocks noGrp="1"/>
          </p:cNvSpPr>
          <p:nvPr>
            <p:ph sz="half" idx="2"/>
          </p:nvPr>
        </p:nvSpPr>
        <p:spPr/>
        <p:txBody>
          <a:bodyPr/>
          <a:lstStyle/>
          <a:p>
            <a:r>
              <a:rPr lang="en-PH" dirty="0"/>
              <a:t>For </a:t>
            </a:r>
            <a:r>
              <a:rPr lang="en-PH" b="1" dirty="0"/>
              <a:t>MIDDLEWARE_CLASSES</a:t>
            </a:r>
            <a:r>
              <a:rPr lang="en-PH" dirty="0"/>
              <a:t>:</a:t>
            </a:r>
          </a:p>
          <a:p>
            <a:pPr marL="0" indent="0">
              <a:buNone/>
            </a:pPr>
            <a:endParaRPr lang="en-PH" dirty="0"/>
          </a:p>
        </p:txBody>
      </p:sp>
      <p:pic>
        <p:nvPicPr>
          <p:cNvPr id="7" name="Picture 6">
            <a:extLst>
              <a:ext uri="{FF2B5EF4-FFF2-40B4-BE49-F238E27FC236}">
                <a16:creationId xmlns:a16="http://schemas.microsoft.com/office/drawing/2014/main" id="{DFC95022-DB87-E89B-4A59-C52A12B60D40}"/>
              </a:ext>
            </a:extLst>
          </p:cNvPr>
          <p:cNvPicPr>
            <a:picLocks noChangeAspect="1"/>
          </p:cNvPicPr>
          <p:nvPr/>
        </p:nvPicPr>
        <p:blipFill>
          <a:blip r:embed="rId2"/>
          <a:stretch>
            <a:fillRect/>
          </a:stretch>
        </p:blipFill>
        <p:spPr>
          <a:xfrm>
            <a:off x="1374104" y="2808705"/>
            <a:ext cx="4109791" cy="2692210"/>
          </a:xfrm>
          <a:prstGeom prst="rect">
            <a:avLst/>
          </a:prstGeom>
        </p:spPr>
      </p:pic>
      <p:pic>
        <p:nvPicPr>
          <p:cNvPr id="10" name="Picture 9">
            <a:extLst>
              <a:ext uri="{FF2B5EF4-FFF2-40B4-BE49-F238E27FC236}">
                <a16:creationId xmlns:a16="http://schemas.microsoft.com/office/drawing/2014/main" id="{8C18EACB-DE2C-8531-5195-633AA657DF42}"/>
              </a:ext>
            </a:extLst>
          </p:cNvPr>
          <p:cNvPicPr>
            <a:picLocks noChangeAspect="1"/>
          </p:cNvPicPr>
          <p:nvPr/>
        </p:nvPicPr>
        <p:blipFill>
          <a:blip r:embed="rId3"/>
          <a:stretch>
            <a:fillRect/>
          </a:stretch>
        </p:blipFill>
        <p:spPr>
          <a:xfrm>
            <a:off x="6124206" y="2808705"/>
            <a:ext cx="5277587" cy="1886213"/>
          </a:xfrm>
          <a:prstGeom prst="rect">
            <a:avLst/>
          </a:prstGeom>
        </p:spPr>
      </p:pic>
    </p:spTree>
    <p:extLst>
      <p:ext uri="{BB962C8B-B14F-4D97-AF65-F5344CB8AC3E}">
        <p14:creationId xmlns:p14="http://schemas.microsoft.com/office/powerpoint/2010/main" val="37625021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D0BC-B487-7FC0-DD36-2F7A31CF2237}"/>
              </a:ext>
            </a:extLst>
          </p:cNvPr>
          <p:cNvSpPr>
            <a:spLocks noGrp="1"/>
          </p:cNvSpPr>
          <p:nvPr>
            <p:ph type="title"/>
          </p:nvPr>
        </p:nvSpPr>
        <p:spPr/>
        <p:txBody>
          <a:bodyPr/>
          <a:lstStyle/>
          <a:p>
            <a:r>
              <a:rPr lang="en-PH" dirty="0"/>
              <a:t>Starting the Admin Interface</a:t>
            </a:r>
          </a:p>
        </p:txBody>
      </p:sp>
      <p:sp>
        <p:nvSpPr>
          <p:cNvPr id="3" name="Content Placeholder 2">
            <a:extLst>
              <a:ext uri="{FF2B5EF4-FFF2-40B4-BE49-F238E27FC236}">
                <a16:creationId xmlns:a16="http://schemas.microsoft.com/office/drawing/2014/main" id="{8D90ECEB-7E56-BCB8-1651-5BC77D20EAF2}"/>
              </a:ext>
            </a:extLst>
          </p:cNvPr>
          <p:cNvSpPr>
            <a:spLocks noGrp="1"/>
          </p:cNvSpPr>
          <p:nvPr>
            <p:ph idx="1"/>
          </p:nvPr>
        </p:nvSpPr>
        <p:spPr/>
        <p:txBody>
          <a:bodyPr>
            <a:normAutofit/>
          </a:bodyPr>
          <a:lstStyle/>
          <a:p>
            <a:pPr marL="0" indent="0">
              <a:buNone/>
            </a:pPr>
            <a:r>
              <a:rPr lang="en-US" sz="2400" dirty="0"/>
              <a:t>Before launching your server, to access your Admin Interface, you need to initiate the database:</a:t>
            </a:r>
          </a:p>
          <a:p>
            <a:pPr marL="0" indent="0">
              <a:buNone/>
            </a:pPr>
            <a:endParaRPr lang="en-US" sz="2400" dirty="0"/>
          </a:p>
          <a:p>
            <a:pPr marL="0" indent="0">
              <a:buNone/>
            </a:pPr>
            <a:endParaRPr lang="en-US" sz="2400" dirty="0"/>
          </a:p>
          <a:p>
            <a:pPr marL="0" indent="0">
              <a:buNone/>
            </a:pPr>
            <a:r>
              <a:rPr lang="en-US" sz="2400" dirty="0" err="1"/>
              <a:t>syncdb</a:t>
            </a:r>
            <a:r>
              <a:rPr lang="en-US" sz="2400" dirty="0"/>
              <a:t> will create necessary tables or collections depending on your </a:t>
            </a:r>
            <a:r>
              <a:rPr lang="en-US" sz="2400" dirty="0" err="1"/>
              <a:t>db</a:t>
            </a:r>
            <a:r>
              <a:rPr lang="en-US" sz="2400" dirty="0"/>
              <a:t> type, necessary for the admin interface to run. Even if you don't have a superuser, you will be prompted to create one.</a:t>
            </a:r>
          </a:p>
          <a:p>
            <a:pPr marL="0" indent="0">
              <a:buNone/>
            </a:pPr>
            <a:r>
              <a:rPr lang="en-US" sz="2400" dirty="0"/>
              <a:t>If you already have a superuser or have forgotten it, you can always create one using the following code:</a:t>
            </a:r>
          </a:p>
          <a:p>
            <a:pPr marL="0" indent="0">
              <a:buNone/>
            </a:pPr>
            <a:endParaRPr lang="en-US" sz="2400" dirty="0"/>
          </a:p>
          <a:p>
            <a:pPr marL="0" indent="0">
              <a:buNone/>
            </a:pPr>
            <a:endParaRPr lang="en-US" sz="2400" dirty="0"/>
          </a:p>
        </p:txBody>
      </p:sp>
      <p:pic>
        <p:nvPicPr>
          <p:cNvPr id="5" name="Picture 4">
            <a:extLst>
              <a:ext uri="{FF2B5EF4-FFF2-40B4-BE49-F238E27FC236}">
                <a16:creationId xmlns:a16="http://schemas.microsoft.com/office/drawing/2014/main" id="{BE94F45D-4D32-4D9D-88D1-B9FB57B0496F}"/>
              </a:ext>
            </a:extLst>
          </p:cNvPr>
          <p:cNvPicPr>
            <a:picLocks noChangeAspect="1"/>
          </p:cNvPicPr>
          <p:nvPr/>
        </p:nvPicPr>
        <p:blipFill>
          <a:blip r:embed="rId2"/>
          <a:stretch>
            <a:fillRect/>
          </a:stretch>
        </p:blipFill>
        <p:spPr>
          <a:xfrm>
            <a:off x="3571228" y="2415012"/>
            <a:ext cx="5049544" cy="767245"/>
          </a:xfrm>
          <a:prstGeom prst="rect">
            <a:avLst/>
          </a:prstGeom>
        </p:spPr>
      </p:pic>
      <p:pic>
        <p:nvPicPr>
          <p:cNvPr id="7" name="Picture 6">
            <a:extLst>
              <a:ext uri="{FF2B5EF4-FFF2-40B4-BE49-F238E27FC236}">
                <a16:creationId xmlns:a16="http://schemas.microsoft.com/office/drawing/2014/main" id="{D357F4B2-A459-1A08-4E2C-34E85E0A7709}"/>
              </a:ext>
            </a:extLst>
          </p:cNvPr>
          <p:cNvPicPr>
            <a:picLocks noChangeAspect="1"/>
          </p:cNvPicPr>
          <p:nvPr/>
        </p:nvPicPr>
        <p:blipFill>
          <a:blip r:embed="rId3"/>
          <a:stretch>
            <a:fillRect/>
          </a:stretch>
        </p:blipFill>
        <p:spPr>
          <a:xfrm>
            <a:off x="3571229" y="5505555"/>
            <a:ext cx="5049543" cy="671408"/>
          </a:xfrm>
          <a:prstGeom prst="rect">
            <a:avLst/>
          </a:prstGeom>
        </p:spPr>
      </p:pic>
    </p:spTree>
    <p:extLst>
      <p:ext uri="{BB962C8B-B14F-4D97-AF65-F5344CB8AC3E}">
        <p14:creationId xmlns:p14="http://schemas.microsoft.com/office/powerpoint/2010/main" val="2489712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D0BC-B487-7FC0-DD36-2F7A31CF2237}"/>
              </a:ext>
            </a:extLst>
          </p:cNvPr>
          <p:cNvSpPr>
            <a:spLocks noGrp="1"/>
          </p:cNvSpPr>
          <p:nvPr>
            <p:ph type="title"/>
          </p:nvPr>
        </p:nvSpPr>
        <p:spPr/>
        <p:txBody>
          <a:bodyPr/>
          <a:lstStyle/>
          <a:p>
            <a:r>
              <a:rPr lang="en-PH" dirty="0"/>
              <a:t>Starting the Admin Interface</a:t>
            </a:r>
          </a:p>
        </p:txBody>
      </p:sp>
      <p:sp>
        <p:nvSpPr>
          <p:cNvPr id="3" name="Content Placeholder 2">
            <a:extLst>
              <a:ext uri="{FF2B5EF4-FFF2-40B4-BE49-F238E27FC236}">
                <a16:creationId xmlns:a16="http://schemas.microsoft.com/office/drawing/2014/main" id="{8D90ECEB-7E56-BCB8-1651-5BC77D20EAF2}"/>
              </a:ext>
            </a:extLst>
          </p:cNvPr>
          <p:cNvSpPr>
            <a:spLocks noGrp="1"/>
          </p:cNvSpPr>
          <p:nvPr>
            <p:ph idx="1"/>
          </p:nvPr>
        </p:nvSpPr>
        <p:spPr/>
        <p:txBody>
          <a:bodyPr>
            <a:normAutofit/>
          </a:bodyPr>
          <a:lstStyle/>
          <a:p>
            <a:pPr marL="0" indent="0">
              <a:buNone/>
            </a:pPr>
            <a:r>
              <a:rPr lang="en-US" sz="2400" dirty="0"/>
              <a:t>Now to start the Admin Interface, we need to make sure we have configured a URL for our admin interface. Open the </a:t>
            </a:r>
            <a:r>
              <a:rPr lang="en-US" sz="2400" b="1" i="1" dirty="0"/>
              <a:t>myproject/url.py </a:t>
            </a:r>
            <a:r>
              <a:rPr lang="en-US" sz="2400" dirty="0"/>
              <a:t>and you should have something like:</a:t>
            </a:r>
          </a:p>
          <a:p>
            <a:pPr marL="0" indent="0">
              <a:buNone/>
            </a:pPr>
            <a:endParaRPr lang="en-US" sz="2400" dirty="0"/>
          </a:p>
        </p:txBody>
      </p:sp>
      <p:pic>
        <p:nvPicPr>
          <p:cNvPr id="5" name="Picture 4">
            <a:extLst>
              <a:ext uri="{FF2B5EF4-FFF2-40B4-BE49-F238E27FC236}">
                <a16:creationId xmlns:a16="http://schemas.microsoft.com/office/drawing/2014/main" id="{24295AD1-2E24-319F-8A71-6AD4AA3D06F1}"/>
              </a:ext>
            </a:extLst>
          </p:cNvPr>
          <p:cNvPicPr>
            <a:picLocks noChangeAspect="1"/>
          </p:cNvPicPr>
          <p:nvPr/>
        </p:nvPicPr>
        <p:blipFill>
          <a:blip r:embed="rId2"/>
          <a:stretch>
            <a:fillRect/>
          </a:stretch>
        </p:blipFill>
        <p:spPr>
          <a:xfrm>
            <a:off x="2392942" y="3115205"/>
            <a:ext cx="7406115" cy="2833796"/>
          </a:xfrm>
          <a:prstGeom prst="rect">
            <a:avLst/>
          </a:prstGeom>
        </p:spPr>
      </p:pic>
    </p:spTree>
    <p:extLst>
      <p:ext uri="{BB962C8B-B14F-4D97-AF65-F5344CB8AC3E}">
        <p14:creationId xmlns:p14="http://schemas.microsoft.com/office/powerpoint/2010/main" val="28291798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D0BC-B487-7FC0-DD36-2F7A31CF2237}"/>
              </a:ext>
            </a:extLst>
          </p:cNvPr>
          <p:cNvSpPr>
            <a:spLocks noGrp="1"/>
          </p:cNvSpPr>
          <p:nvPr>
            <p:ph type="title"/>
          </p:nvPr>
        </p:nvSpPr>
        <p:spPr/>
        <p:txBody>
          <a:bodyPr/>
          <a:lstStyle/>
          <a:p>
            <a:r>
              <a:rPr lang="en-PH" dirty="0"/>
              <a:t>Starting the Admin Interface</a:t>
            </a:r>
          </a:p>
        </p:txBody>
      </p:sp>
      <p:sp>
        <p:nvSpPr>
          <p:cNvPr id="3" name="Content Placeholder 2">
            <a:extLst>
              <a:ext uri="{FF2B5EF4-FFF2-40B4-BE49-F238E27FC236}">
                <a16:creationId xmlns:a16="http://schemas.microsoft.com/office/drawing/2014/main" id="{8D90ECEB-7E56-BCB8-1651-5BC77D20EAF2}"/>
              </a:ext>
            </a:extLst>
          </p:cNvPr>
          <p:cNvSpPr>
            <a:spLocks noGrp="1"/>
          </p:cNvSpPr>
          <p:nvPr>
            <p:ph idx="1"/>
          </p:nvPr>
        </p:nvSpPr>
        <p:spPr/>
        <p:txBody>
          <a:bodyPr>
            <a:normAutofit/>
          </a:bodyPr>
          <a:lstStyle/>
          <a:p>
            <a:pPr marL="0" indent="0">
              <a:buNone/>
            </a:pPr>
            <a:r>
              <a:rPr lang="en-US" sz="2400" dirty="0"/>
              <a:t>Now just run the server.</a:t>
            </a:r>
          </a:p>
          <a:p>
            <a:pPr marL="0" indent="0">
              <a:buNone/>
            </a:pPr>
            <a:endParaRPr lang="en-US" sz="2400" dirty="0"/>
          </a:p>
          <a:p>
            <a:pPr marL="0" indent="0">
              <a:buNone/>
            </a:pPr>
            <a:endParaRPr lang="en-US" sz="2400" dirty="0"/>
          </a:p>
          <a:p>
            <a:pPr marL="0" indent="0">
              <a:buNone/>
            </a:pPr>
            <a:r>
              <a:rPr lang="en-US" sz="2400" dirty="0"/>
              <a:t>And your admin interface is accessible at: </a:t>
            </a:r>
            <a:r>
              <a:rPr lang="en-US" sz="2400" dirty="0">
                <a:hlinkClick r:id="rId2"/>
              </a:rPr>
              <a:t>http://127.0.0.1:8000/admin/</a:t>
            </a:r>
            <a:endParaRPr lang="en-US" sz="2400" dirty="0"/>
          </a:p>
          <a:p>
            <a:pPr marL="0" indent="0">
              <a:buNone/>
            </a:pPr>
            <a:endParaRPr lang="en-US" sz="2400" dirty="0"/>
          </a:p>
          <a:p>
            <a:pPr marL="0" indent="0">
              <a:buNone/>
            </a:pPr>
            <a:endParaRPr lang="en-US" sz="2400" dirty="0"/>
          </a:p>
        </p:txBody>
      </p:sp>
      <p:pic>
        <p:nvPicPr>
          <p:cNvPr id="5" name="Picture 4">
            <a:extLst>
              <a:ext uri="{FF2B5EF4-FFF2-40B4-BE49-F238E27FC236}">
                <a16:creationId xmlns:a16="http://schemas.microsoft.com/office/drawing/2014/main" id="{9A8C8572-66AF-062C-4AE7-E3F517F1DC43}"/>
              </a:ext>
            </a:extLst>
          </p:cNvPr>
          <p:cNvPicPr>
            <a:picLocks noChangeAspect="1"/>
          </p:cNvPicPr>
          <p:nvPr/>
        </p:nvPicPr>
        <p:blipFill>
          <a:blip r:embed="rId3"/>
          <a:stretch>
            <a:fillRect/>
          </a:stretch>
        </p:blipFill>
        <p:spPr>
          <a:xfrm>
            <a:off x="4115716" y="2305245"/>
            <a:ext cx="3960568" cy="539555"/>
          </a:xfrm>
          <a:prstGeom prst="rect">
            <a:avLst/>
          </a:prstGeom>
        </p:spPr>
      </p:pic>
      <p:pic>
        <p:nvPicPr>
          <p:cNvPr id="8" name="Picture 7">
            <a:extLst>
              <a:ext uri="{FF2B5EF4-FFF2-40B4-BE49-F238E27FC236}">
                <a16:creationId xmlns:a16="http://schemas.microsoft.com/office/drawing/2014/main" id="{32F2341D-1BF3-8263-1D16-8A31ED0240AC}"/>
              </a:ext>
            </a:extLst>
          </p:cNvPr>
          <p:cNvPicPr>
            <a:picLocks noChangeAspect="1"/>
          </p:cNvPicPr>
          <p:nvPr/>
        </p:nvPicPr>
        <p:blipFill>
          <a:blip r:embed="rId4"/>
          <a:stretch>
            <a:fillRect/>
          </a:stretch>
        </p:blipFill>
        <p:spPr>
          <a:xfrm>
            <a:off x="3666935" y="3671459"/>
            <a:ext cx="4858130" cy="2505504"/>
          </a:xfrm>
          <a:prstGeom prst="rect">
            <a:avLst/>
          </a:prstGeom>
        </p:spPr>
      </p:pic>
    </p:spTree>
    <p:extLst>
      <p:ext uri="{BB962C8B-B14F-4D97-AF65-F5344CB8AC3E}">
        <p14:creationId xmlns:p14="http://schemas.microsoft.com/office/powerpoint/2010/main" val="26156592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D0BC-B487-7FC0-DD36-2F7A31CF2237}"/>
              </a:ext>
            </a:extLst>
          </p:cNvPr>
          <p:cNvSpPr>
            <a:spLocks noGrp="1"/>
          </p:cNvSpPr>
          <p:nvPr>
            <p:ph type="title"/>
          </p:nvPr>
        </p:nvSpPr>
        <p:spPr/>
        <p:txBody>
          <a:bodyPr/>
          <a:lstStyle/>
          <a:p>
            <a:r>
              <a:rPr lang="en-PH" dirty="0"/>
              <a:t>Starting the Admin Interface</a:t>
            </a:r>
          </a:p>
        </p:txBody>
      </p:sp>
      <p:sp>
        <p:nvSpPr>
          <p:cNvPr id="3" name="Content Placeholder 2">
            <a:extLst>
              <a:ext uri="{FF2B5EF4-FFF2-40B4-BE49-F238E27FC236}">
                <a16:creationId xmlns:a16="http://schemas.microsoft.com/office/drawing/2014/main" id="{8D90ECEB-7E56-BCB8-1651-5BC77D20EAF2}"/>
              </a:ext>
            </a:extLst>
          </p:cNvPr>
          <p:cNvSpPr>
            <a:spLocks noGrp="1"/>
          </p:cNvSpPr>
          <p:nvPr>
            <p:ph idx="1"/>
          </p:nvPr>
        </p:nvSpPr>
        <p:spPr/>
        <p:txBody>
          <a:bodyPr>
            <a:normAutofit lnSpcReduction="10000"/>
          </a:bodyPr>
          <a:lstStyle/>
          <a:p>
            <a:pPr marL="0" indent="0">
              <a:buNone/>
            </a:pPr>
            <a:r>
              <a:rPr lang="en-US" sz="2400" dirty="0"/>
              <a:t>Once connected with your superuser account, you will see the following screen:</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That interface will let you administrate Django groups and users, and all registered models in your app. The interface gives you the ability to do at least the "CRUD" (Create, Read, Update, Delete) operations on your models.</a:t>
            </a:r>
          </a:p>
        </p:txBody>
      </p:sp>
      <p:pic>
        <p:nvPicPr>
          <p:cNvPr id="8" name="Picture 7">
            <a:extLst>
              <a:ext uri="{FF2B5EF4-FFF2-40B4-BE49-F238E27FC236}">
                <a16:creationId xmlns:a16="http://schemas.microsoft.com/office/drawing/2014/main" id="{AF83A2BE-4448-D21F-2B02-AD43A8A5E8CB}"/>
              </a:ext>
            </a:extLst>
          </p:cNvPr>
          <p:cNvPicPr>
            <a:picLocks noChangeAspect="1"/>
          </p:cNvPicPr>
          <p:nvPr/>
        </p:nvPicPr>
        <p:blipFill>
          <a:blip r:embed="rId2"/>
          <a:stretch>
            <a:fillRect/>
          </a:stretch>
        </p:blipFill>
        <p:spPr>
          <a:xfrm>
            <a:off x="2570851" y="2215084"/>
            <a:ext cx="7050298" cy="2297203"/>
          </a:xfrm>
          <a:prstGeom prst="rect">
            <a:avLst/>
          </a:prstGeom>
        </p:spPr>
      </p:pic>
    </p:spTree>
    <p:extLst>
      <p:ext uri="{BB962C8B-B14F-4D97-AF65-F5344CB8AC3E}">
        <p14:creationId xmlns:p14="http://schemas.microsoft.com/office/powerpoint/2010/main" val="13440163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DE2170-98DE-E494-5EFC-3C0C58789E1B}"/>
              </a:ext>
            </a:extLst>
          </p:cNvPr>
          <p:cNvSpPr>
            <a:spLocks noGrp="1"/>
          </p:cNvSpPr>
          <p:nvPr>
            <p:ph type="title"/>
          </p:nvPr>
        </p:nvSpPr>
        <p:spPr>
          <a:xfrm>
            <a:off x="2291443" y="2766218"/>
            <a:ext cx="7609114" cy="1325563"/>
          </a:xfrm>
        </p:spPr>
        <p:txBody>
          <a:bodyPr/>
          <a:lstStyle/>
          <a:p>
            <a:pPr algn="ctr"/>
            <a:r>
              <a:rPr lang="en-US" dirty="0"/>
              <a:t>IMPLEMENTING VIEWS</a:t>
            </a:r>
            <a:endParaRPr lang="en-PH" dirty="0"/>
          </a:p>
        </p:txBody>
      </p:sp>
    </p:spTree>
    <p:extLst>
      <p:ext uri="{BB962C8B-B14F-4D97-AF65-F5344CB8AC3E}">
        <p14:creationId xmlns:p14="http://schemas.microsoft.com/office/powerpoint/2010/main" val="15634601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D0BC-B487-7FC0-DD36-2F7A31CF2237}"/>
              </a:ext>
            </a:extLst>
          </p:cNvPr>
          <p:cNvSpPr>
            <a:spLocks noGrp="1"/>
          </p:cNvSpPr>
          <p:nvPr>
            <p:ph type="title"/>
          </p:nvPr>
        </p:nvSpPr>
        <p:spPr/>
        <p:txBody>
          <a:bodyPr/>
          <a:lstStyle/>
          <a:p>
            <a:r>
              <a:rPr lang="en-PH" dirty="0"/>
              <a:t>Creating Views</a:t>
            </a:r>
          </a:p>
        </p:txBody>
      </p:sp>
      <p:sp>
        <p:nvSpPr>
          <p:cNvPr id="3" name="Content Placeholder 2">
            <a:extLst>
              <a:ext uri="{FF2B5EF4-FFF2-40B4-BE49-F238E27FC236}">
                <a16:creationId xmlns:a16="http://schemas.microsoft.com/office/drawing/2014/main" id="{8D90ECEB-7E56-BCB8-1651-5BC77D20EAF2}"/>
              </a:ext>
            </a:extLst>
          </p:cNvPr>
          <p:cNvSpPr>
            <a:spLocks noGrp="1"/>
          </p:cNvSpPr>
          <p:nvPr>
            <p:ph idx="1"/>
          </p:nvPr>
        </p:nvSpPr>
        <p:spPr/>
        <p:txBody>
          <a:bodyPr/>
          <a:lstStyle/>
          <a:p>
            <a:pPr marL="0" indent="0">
              <a:buNone/>
            </a:pPr>
            <a:r>
              <a:rPr lang="en-US" dirty="0"/>
              <a:t>A view function, or “view” for short, is simply a Python function that takes a web request and returns a web response. This response can be the HTML contents of a Web page, or a redirect, or a 404 error, or an XML document, or an image, etc. Example: You use view to create web pages, note that you need to associate a view to a URL to see it as a web page.</a:t>
            </a:r>
          </a:p>
        </p:txBody>
      </p:sp>
    </p:spTree>
    <p:extLst>
      <p:ext uri="{BB962C8B-B14F-4D97-AF65-F5344CB8AC3E}">
        <p14:creationId xmlns:p14="http://schemas.microsoft.com/office/powerpoint/2010/main" val="27959293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D0BC-B487-7FC0-DD36-2F7A31CF2237}"/>
              </a:ext>
            </a:extLst>
          </p:cNvPr>
          <p:cNvSpPr>
            <a:spLocks noGrp="1"/>
          </p:cNvSpPr>
          <p:nvPr>
            <p:ph type="title"/>
          </p:nvPr>
        </p:nvSpPr>
        <p:spPr/>
        <p:txBody>
          <a:bodyPr/>
          <a:lstStyle/>
          <a:p>
            <a:r>
              <a:rPr lang="en-PH" dirty="0"/>
              <a:t>Simple View</a:t>
            </a:r>
          </a:p>
        </p:txBody>
      </p:sp>
      <p:sp>
        <p:nvSpPr>
          <p:cNvPr id="3" name="Content Placeholder 2">
            <a:extLst>
              <a:ext uri="{FF2B5EF4-FFF2-40B4-BE49-F238E27FC236}">
                <a16:creationId xmlns:a16="http://schemas.microsoft.com/office/drawing/2014/main" id="{8D90ECEB-7E56-BCB8-1651-5BC77D20EAF2}"/>
              </a:ext>
            </a:extLst>
          </p:cNvPr>
          <p:cNvSpPr>
            <a:spLocks noGrp="1"/>
          </p:cNvSpPr>
          <p:nvPr>
            <p:ph idx="1"/>
          </p:nvPr>
        </p:nvSpPr>
        <p:spPr/>
        <p:txBody>
          <a:bodyPr>
            <a:normAutofit lnSpcReduction="10000"/>
          </a:bodyPr>
          <a:lstStyle/>
          <a:p>
            <a:pPr marL="0" indent="0">
              <a:buNone/>
            </a:pPr>
            <a:r>
              <a:rPr lang="en-US" sz="2400" dirty="0"/>
              <a:t>We will create a simple view in </a:t>
            </a:r>
            <a:r>
              <a:rPr lang="en-US" sz="2400" b="1" i="1" dirty="0" err="1"/>
              <a:t>myapp</a:t>
            </a:r>
            <a:r>
              <a:rPr lang="en-US" sz="2400" dirty="0"/>
              <a:t> to say “Hello World”</a:t>
            </a:r>
          </a:p>
          <a:p>
            <a:pPr marL="0" indent="0">
              <a:buNone/>
            </a:pPr>
            <a:r>
              <a:rPr lang="en-US" sz="2400" dirty="0"/>
              <a:t>See the following view:</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In this view, we use </a:t>
            </a:r>
            <a:r>
              <a:rPr lang="en-US" sz="2400" b="1" dirty="0" err="1"/>
              <a:t>HttpResponse</a:t>
            </a:r>
            <a:r>
              <a:rPr lang="en-US" sz="2400" dirty="0"/>
              <a:t> to render the HTML (as you have probably noticed we have the HTML hard coded in the view). To see this view as a page we just need to map it to a URL.</a:t>
            </a:r>
          </a:p>
        </p:txBody>
      </p:sp>
      <p:pic>
        <p:nvPicPr>
          <p:cNvPr id="7" name="Content Placeholder 10">
            <a:extLst>
              <a:ext uri="{FF2B5EF4-FFF2-40B4-BE49-F238E27FC236}">
                <a16:creationId xmlns:a16="http://schemas.microsoft.com/office/drawing/2014/main" id="{5A5EF0A5-3FCB-2ABE-178F-981A0F255903}"/>
              </a:ext>
            </a:extLst>
          </p:cNvPr>
          <p:cNvPicPr>
            <a:picLocks noChangeAspect="1"/>
          </p:cNvPicPr>
          <p:nvPr/>
        </p:nvPicPr>
        <p:blipFill>
          <a:blip r:embed="rId2"/>
          <a:stretch>
            <a:fillRect/>
          </a:stretch>
        </p:blipFill>
        <p:spPr>
          <a:xfrm>
            <a:off x="2168127" y="2685037"/>
            <a:ext cx="7855745" cy="1890879"/>
          </a:xfrm>
          <a:prstGeom prst="rect">
            <a:avLst/>
          </a:prstGeom>
        </p:spPr>
      </p:pic>
    </p:spTree>
    <p:extLst>
      <p:ext uri="{BB962C8B-B14F-4D97-AF65-F5344CB8AC3E}">
        <p14:creationId xmlns:p14="http://schemas.microsoft.com/office/powerpoint/2010/main" val="29112442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8AEF7-9EDB-3692-F23A-7301078BF722}"/>
              </a:ext>
            </a:extLst>
          </p:cNvPr>
          <p:cNvSpPr>
            <a:spLocks noGrp="1"/>
          </p:cNvSpPr>
          <p:nvPr>
            <p:ph type="title"/>
          </p:nvPr>
        </p:nvSpPr>
        <p:spPr/>
        <p:txBody>
          <a:bodyPr/>
          <a:lstStyle/>
          <a:p>
            <a:r>
              <a:rPr lang="en-PH" dirty="0"/>
              <a:t>Creating urls.py in app folder</a:t>
            </a:r>
          </a:p>
        </p:txBody>
      </p:sp>
      <p:pic>
        <p:nvPicPr>
          <p:cNvPr id="5" name="Content Placeholder 4">
            <a:extLst>
              <a:ext uri="{FF2B5EF4-FFF2-40B4-BE49-F238E27FC236}">
                <a16:creationId xmlns:a16="http://schemas.microsoft.com/office/drawing/2014/main" id="{0483C13D-91C2-C700-05A7-F5BDF5CBAD17}"/>
              </a:ext>
            </a:extLst>
          </p:cNvPr>
          <p:cNvPicPr>
            <a:picLocks noGrp="1" noChangeAspect="1"/>
          </p:cNvPicPr>
          <p:nvPr>
            <p:ph idx="1"/>
          </p:nvPr>
        </p:nvPicPr>
        <p:blipFill>
          <a:blip r:embed="rId2"/>
          <a:stretch>
            <a:fillRect/>
          </a:stretch>
        </p:blipFill>
        <p:spPr>
          <a:xfrm>
            <a:off x="1224366" y="1807189"/>
            <a:ext cx="3804435" cy="3243622"/>
          </a:xfrm>
        </p:spPr>
      </p:pic>
      <p:pic>
        <p:nvPicPr>
          <p:cNvPr id="7" name="Picture 6">
            <a:extLst>
              <a:ext uri="{FF2B5EF4-FFF2-40B4-BE49-F238E27FC236}">
                <a16:creationId xmlns:a16="http://schemas.microsoft.com/office/drawing/2014/main" id="{9767F694-0991-3EB0-4627-E645FACCF63C}"/>
              </a:ext>
            </a:extLst>
          </p:cNvPr>
          <p:cNvPicPr>
            <a:picLocks noChangeAspect="1"/>
          </p:cNvPicPr>
          <p:nvPr/>
        </p:nvPicPr>
        <p:blipFill>
          <a:blip r:embed="rId3"/>
          <a:stretch>
            <a:fillRect/>
          </a:stretch>
        </p:blipFill>
        <p:spPr>
          <a:xfrm>
            <a:off x="5209292" y="2093089"/>
            <a:ext cx="6264898" cy="2671821"/>
          </a:xfrm>
          <a:prstGeom prst="rect">
            <a:avLst/>
          </a:prstGeom>
        </p:spPr>
      </p:pic>
    </p:spTree>
    <p:extLst>
      <p:ext uri="{BB962C8B-B14F-4D97-AF65-F5344CB8AC3E}">
        <p14:creationId xmlns:p14="http://schemas.microsoft.com/office/powerpoint/2010/main" val="22183435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679B-2D66-A615-F9B6-73C7DA2B44AD}"/>
              </a:ext>
            </a:extLst>
          </p:cNvPr>
          <p:cNvSpPr>
            <a:spLocks noGrp="1"/>
          </p:cNvSpPr>
          <p:nvPr>
            <p:ph type="title"/>
          </p:nvPr>
        </p:nvSpPr>
        <p:spPr/>
        <p:txBody>
          <a:bodyPr/>
          <a:lstStyle/>
          <a:p>
            <a:r>
              <a:rPr lang="en-PH" dirty="0"/>
              <a:t>Adding </a:t>
            </a:r>
            <a:r>
              <a:rPr lang="en-PH" dirty="0" err="1"/>
              <a:t>myapp</a:t>
            </a:r>
            <a:r>
              <a:rPr lang="en-PH" dirty="0"/>
              <a:t> </a:t>
            </a:r>
            <a:r>
              <a:rPr lang="en-PH" dirty="0" err="1"/>
              <a:t>urls</a:t>
            </a:r>
            <a:r>
              <a:rPr lang="en-PH" dirty="0"/>
              <a:t> to the main</a:t>
            </a:r>
          </a:p>
        </p:txBody>
      </p:sp>
      <p:pic>
        <p:nvPicPr>
          <p:cNvPr id="13" name="Content Placeholder 12">
            <a:extLst>
              <a:ext uri="{FF2B5EF4-FFF2-40B4-BE49-F238E27FC236}">
                <a16:creationId xmlns:a16="http://schemas.microsoft.com/office/drawing/2014/main" id="{60A5546C-38E4-2610-4D7F-ACC97A903B31}"/>
              </a:ext>
            </a:extLst>
          </p:cNvPr>
          <p:cNvPicPr>
            <a:picLocks noGrp="1" noChangeAspect="1"/>
          </p:cNvPicPr>
          <p:nvPr>
            <p:ph idx="1"/>
          </p:nvPr>
        </p:nvPicPr>
        <p:blipFill>
          <a:blip r:embed="rId2"/>
          <a:stretch>
            <a:fillRect/>
          </a:stretch>
        </p:blipFill>
        <p:spPr>
          <a:xfrm>
            <a:off x="6096000" y="2138398"/>
            <a:ext cx="4787686" cy="2960544"/>
          </a:xfrm>
        </p:spPr>
      </p:pic>
      <p:pic>
        <p:nvPicPr>
          <p:cNvPr id="15" name="Picture 14">
            <a:extLst>
              <a:ext uri="{FF2B5EF4-FFF2-40B4-BE49-F238E27FC236}">
                <a16:creationId xmlns:a16="http://schemas.microsoft.com/office/drawing/2014/main" id="{FCCCB61E-D172-A7C2-D29F-76A331767E0F}"/>
              </a:ext>
            </a:extLst>
          </p:cNvPr>
          <p:cNvPicPr>
            <a:picLocks noChangeAspect="1"/>
          </p:cNvPicPr>
          <p:nvPr/>
        </p:nvPicPr>
        <p:blipFill>
          <a:blip r:embed="rId3"/>
          <a:stretch>
            <a:fillRect/>
          </a:stretch>
        </p:blipFill>
        <p:spPr>
          <a:xfrm>
            <a:off x="1308314" y="1944843"/>
            <a:ext cx="3542681" cy="3347654"/>
          </a:xfrm>
          <a:prstGeom prst="rect">
            <a:avLst/>
          </a:prstGeom>
        </p:spPr>
      </p:pic>
    </p:spTree>
    <p:extLst>
      <p:ext uri="{BB962C8B-B14F-4D97-AF65-F5344CB8AC3E}">
        <p14:creationId xmlns:p14="http://schemas.microsoft.com/office/powerpoint/2010/main" val="25713915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88AE5-3FC8-E057-5589-51A9E758F899}"/>
              </a:ext>
            </a:extLst>
          </p:cNvPr>
          <p:cNvSpPr>
            <a:spLocks noGrp="1"/>
          </p:cNvSpPr>
          <p:nvPr>
            <p:ph type="title"/>
          </p:nvPr>
        </p:nvSpPr>
        <p:spPr/>
        <p:txBody>
          <a:bodyPr/>
          <a:lstStyle/>
          <a:p>
            <a:r>
              <a:rPr lang="en-PH" dirty="0"/>
              <a:t>Run the Server</a:t>
            </a:r>
          </a:p>
        </p:txBody>
      </p:sp>
      <p:sp>
        <p:nvSpPr>
          <p:cNvPr id="3" name="Content Placeholder 2">
            <a:extLst>
              <a:ext uri="{FF2B5EF4-FFF2-40B4-BE49-F238E27FC236}">
                <a16:creationId xmlns:a16="http://schemas.microsoft.com/office/drawing/2014/main" id="{43E934CA-B028-6748-0986-36073DD007ED}"/>
              </a:ext>
            </a:extLst>
          </p:cNvPr>
          <p:cNvSpPr>
            <a:spLocks noGrp="1"/>
          </p:cNvSpPr>
          <p:nvPr>
            <p:ph idx="1"/>
          </p:nvPr>
        </p:nvSpPr>
        <p:spPr/>
        <p:txBody>
          <a:bodyPr/>
          <a:lstStyle/>
          <a:p>
            <a:endParaRPr lang="en-PH" dirty="0"/>
          </a:p>
        </p:txBody>
      </p:sp>
      <p:pic>
        <p:nvPicPr>
          <p:cNvPr id="5" name="Picture 4">
            <a:extLst>
              <a:ext uri="{FF2B5EF4-FFF2-40B4-BE49-F238E27FC236}">
                <a16:creationId xmlns:a16="http://schemas.microsoft.com/office/drawing/2014/main" id="{A7A3E343-077C-F2BB-2E39-E90C063DE86E}"/>
              </a:ext>
            </a:extLst>
          </p:cNvPr>
          <p:cNvPicPr>
            <a:picLocks noChangeAspect="1"/>
          </p:cNvPicPr>
          <p:nvPr/>
        </p:nvPicPr>
        <p:blipFill>
          <a:blip r:embed="rId2"/>
          <a:stretch>
            <a:fillRect/>
          </a:stretch>
        </p:blipFill>
        <p:spPr>
          <a:xfrm>
            <a:off x="2360975" y="3286441"/>
            <a:ext cx="7470050" cy="285117"/>
          </a:xfrm>
          <a:prstGeom prst="rect">
            <a:avLst/>
          </a:prstGeom>
        </p:spPr>
      </p:pic>
    </p:spTree>
    <p:extLst>
      <p:ext uri="{BB962C8B-B14F-4D97-AF65-F5344CB8AC3E}">
        <p14:creationId xmlns:p14="http://schemas.microsoft.com/office/powerpoint/2010/main" val="26247720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E4878-FCC2-8BEE-3E35-185C1B7F09CA}"/>
              </a:ext>
            </a:extLst>
          </p:cNvPr>
          <p:cNvSpPr>
            <a:spLocks noGrp="1"/>
          </p:cNvSpPr>
          <p:nvPr>
            <p:ph type="title"/>
          </p:nvPr>
        </p:nvSpPr>
        <p:spPr/>
        <p:txBody>
          <a:bodyPr/>
          <a:lstStyle/>
          <a:p>
            <a:r>
              <a:rPr lang="en-US" dirty="0"/>
              <a:t>Output</a:t>
            </a:r>
          </a:p>
        </p:txBody>
      </p:sp>
      <p:pic>
        <p:nvPicPr>
          <p:cNvPr id="5" name="Content Placeholder 4">
            <a:extLst>
              <a:ext uri="{FF2B5EF4-FFF2-40B4-BE49-F238E27FC236}">
                <a16:creationId xmlns:a16="http://schemas.microsoft.com/office/drawing/2014/main" id="{9A4133BF-C222-72BA-45DF-0ADFE328CDF2}"/>
              </a:ext>
            </a:extLst>
          </p:cNvPr>
          <p:cNvPicPr>
            <a:picLocks noGrp="1" noChangeAspect="1"/>
          </p:cNvPicPr>
          <p:nvPr>
            <p:ph idx="1"/>
          </p:nvPr>
        </p:nvPicPr>
        <p:blipFill>
          <a:blip r:embed="rId2"/>
          <a:stretch>
            <a:fillRect/>
          </a:stretch>
        </p:blipFill>
        <p:spPr>
          <a:xfrm>
            <a:off x="2881312" y="2824956"/>
            <a:ext cx="6429375" cy="2124075"/>
          </a:xfrm>
        </p:spPr>
      </p:pic>
    </p:spTree>
    <p:extLst>
      <p:ext uri="{BB962C8B-B14F-4D97-AF65-F5344CB8AC3E}">
        <p14:creationId xmlns:p14="http://schemas.microsoft.com/office/powerpoint/2010/main" val="9732338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24DF3-EDDA-8F95-778F-50F1CA424CE7}"/>
              </a:ext>
            </a:extLst>
          </p:cNvPr>
          <p:cNvSpPr>
            <a:spLocks noGrp="1"/>
          </p:cNvSpPr>
          <p:nvPr>
            <p:ph type="title"/>
          </p:nvPr>
        </p:nvSpPr>
        <p:spPr/>
        <p:txBody>
          <a:bodyPr/>
          <a:lstStyle/>
          <a:p>
            <a:r>
              <a:rPr lang="en-US" dirty="0">
                <a:latin typeface="Barlow"/>
              </a:rPr>
              <a:t>Creating another views and </a:t>
            </a:r>
            <a:r>
              <a:rPr lang="en-US" dirty="0" err="1">
                <a:latin typeface="Barlow"/>
              </a:rPr>
              <a:t>url</a:t>
            </a:r>
            <a:endParaRPr lang="en-US" dirty="0"/>
          </a:p>
        </p:txBody>
      </p:sp>
      <p:pic>
        <p:nvPicPr>
          <p:cNvPr id="5" name="Picture 4">
            <a:extLst>
              <a:ext uri="{FF2B5EF4-FFF2-40B4-BE49-F238E27FC236}">
                <a16:creationId xmlns:a16="http://schemas.microsoft.com/office/drawing/2014/main" id="{6CB769A6-45D3-8D18-C412-418D52E612A0}"/>
              </a:ext>
            </a:extLst>
          </p:cNvPr>
          <p:cNvPicPr>
            <a:picLocks noChangeAspect="1"/>
          </p:cNvPicPr>
          <p:nvPr/>
        </p:nvPicPr>
        <p:blipFill>
          <a:blip r:embed="rId2"/>
          <a:stretch>
            <a:fillRect/>
          </a:stretch>
        </p:blipFill>
        <p:spPr>
          <a:xfrm>
            <a:off x="838200" y="2245664"/>
            <a:ext cx="5257800" cy="2124075"/>
          </a:xfrm>
          <a:prstGeom prst="rect">
            <a:avLst/>
          </a:prstGeom>
        </p:spPr>
      </p:pic>
      <p:pic>
        <p:nvPicPr>
          <p:cNvPr id="7" name="Picture 6">
            <a:extLst>
              <a:ext uri="{FF2B5EF4-FFF2-40B4-BE49-F238E27FC236}">
                <a16:creationId xmlns:a16="http://schemas.microsoft.com/office/drawing/2014/main" id="{F17FEF18-6851-7C00-8F2E-E841C6AFC136}"/>
              </a:ext>
            </a:extLst>
          </p:cNvPr>
          <p:cNvPicPr>
            <a:picLocks noChangeAspect="1"/>
          </p:cNvPicPr>
          <p:nvPr/>
        </p:nvPicPr>
        <p:blipFill>
          <a:blip r:embed="rId3"/>
          <a:stretch>
            <a:fillRect/>
          </a:stretch>
        </p:blipFill>
        <p:spPr>
          <a:xfrm>
            <a:off x="6403035" y="2245664"/>
            <a:ext cx="5114925" cy="2114550"/>
          </a:xfrm>
          <a:prstGeom prst="rect">
            <a:avLst/>
          </a:prstGeom>
        </p:spPr>
      </p:pic>
    </p:spTree>
    <p:extLst>
      <p:ext uri="{BB962C8B-B14F-4D97-AF65-F5344CB8AC3E}">
        <p14:creationId xmlns:p14="http://schemas.microsoft.com/office/powerpoint/2010/main" val="11177755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8C139-601A-B406-4CD7-2521D4B93477}"/>
              </a:ext>
            </a:extLst>
          </p:cNvPr>
          <p:cNvSpPr>
            <a:spLocks noGrp="1"/>
          </p:cNvSpPr>
          <p:nvPr>
            <p:ph type="title"/>
          </p:nvPr>
        </p:nvSpPr>
        <p:spPr/>
        <p:txBody>
          <a:bodyPr/>
          <a:lstStyle/>
          <a:p>
            <a:r>
              <a:rPr lang="en-US" dirty="0"/>
              <a:t>Sending Parameters to Views</a:t>
            </a:r>
          </a:p>
        </p:txBody>
      </p:sp>
      <p:sp>
        <p:nvSpPr>
          <p:cNvPr id="3" name="Content Placeholder 2">
            <a:extLst>
              <a:ext uri="{FF2B5EF4-FFF2-40B4-BE49-F238E27FC236}">
                <a16:creationId xmlns:a16="http://schemas.microsoft.com/office/drawing/2014/main" id="{9FBE8094-10DE-ACE2-9C32-0BA0CBAAF287}"/>
              </a:ext>
            </a:extLst>
          </p:cNvPr>
          <p:cNvSpPr>
            <a:spLocks noGrp="1"/>
          </p:cNvSpPr>
          <p:nvPr>
            <p:ph idx="1"/>
          </p:nvPr>
        </p:nvSpPr>
        <p:spPr/>
        <p:txBody>
          <a:bodyPr>
            <a:normAutofit/>
          </a:bodyPr>
          <a:lstStyle/>
          <a:p>
            <a:r>
              <a:rPr lang="en-US" sz="2000" dirty="0"/>
              <a:t>return </a:t>
            </a:r>
            <a:r>
              <a:rPr lang="en-US" sz="2000" dirty="0" err="1"/>
              <a:t>HttpResponse</a:t>
            </a:r>
            <a:r>
              <a:rPr lang="en-US" sz="2000" dirty="0"/>
              <a:t>(f"&lt;h1&gt;You're viewing article {</a:t>
            </a:r>
            <a:r>
              <a:rPr lang="en-US" sz="2000" dirty="0" err="1"/>
              <a:t>article_id</a:t>
            </a:r>
            <a:r>
              <a:rPr lang="en-US" sz="2000" dirty="0"/>
              <a:t>}&lt;/h1&gt;"): This line returns an </a:t>
            </a:r>
            <a:r>
              <a:rPr lang="en-US" sz="2000" dirty="0" err="1"/>
              <a:t>HttpResponse</a:t>
            </a:r>
            <a:r>
              <a:rPr lang="en-US" sz="2000" dirty="0"/>
              <a:t> object. Inside the </a:t>
            </a:r>
            <a:r>
              <a:rPr lang="en-US" sz="2000" dirty="0" err="1"/>
              <a:t>HttpResponse</a:t>
            </a:r>
            <a:r>
              <a:rPr lang="en-US" sz="2000" dirty="0"/>
              <a:t>, there's an f-string that dynamically inserts the value of the </a:t>
            </a:r>
            <a:r>
              <a:rPr lang="en-US" sz="2000" dirty="0" err="1"/>
              <a:t>article_id</a:t>
            </a:r>
            <a:r>
              <a:rPr lang="en-US" sz="2000" dirty="0"/>
              <a:t> into the HTML string. The {</a:t>
            </a:r>
            <a:r>
              <a:rPr lang="en-US" sz="2000" dirty="0" err="1"/>
              <a:t>article_id</a:t>
            </a:r>
            <a:r>
              <a:rPr lang="en-US" sz="2000" dirty="0"/>
              <a:t>} placeholder will be replaced with the actual value of the </a:t>
            </a:r>
            <a:r>
              <a:rPr lang="en-US" sz="2000" dirty="0" err="1"/>
              <a:t>article_id</a:t>
            </a:r>
            <a:r>
              <a:rPr lang="en-US" sz="2000" dirty="0"/>
              <a:t> variable.</a:t>
            </a:r>
          </a:p>
          <a:p>
            <a:endParaRPr lang="en-US" sz="2000" dirty="0"/>
          </a:p>
          <a:p>
            <a:endParaRPr lang="en-US" sz="2000" dirty="0"/>
          </a:p>
        </p:txBody>
      </p:sp>
      <p:pic>
        <p:nvPicPr>
          <p:cNvPr id="8" name="Picture 7">
            <a:extLst>
              <a:ext uri="{FF2B5EF4-FFF2-40B4-BE49-F238E27FC236}">
                <a16:creationId xmlns:a16="http://schemas.microsoft.com/office/drawing/2014/main" id="{856435AA-F8EA-8D71-BBD2-68F2C293B824}"/>
              </a:ext>
            </a:extLst>
          </p:cNvPr>
          <p:cNvPicPr>
            <a:picLocks noChangeAspect="1"/>
          </p:cNvPicPr>
          <p:nvPr/>
        </p:nvPicPr>
        <p:blipFill>
          <a:blip r:embed="rId2"/>
          <a:stretch>
            <a:fillRect/>
          </a:stretch>
        </p:blipFill>
        <p:spPr>
          <a:xfrm>
            <a:off x="2773613" y="3429000"/>
            <a:ext cx="6391275" cy="2152650"/>
          </a:xfrm>
          <a:prstGeom prst="rect">
            <a:avLst/>
          </a:prstGeom>
        </p:spPr>
      </p:pic>
    </p:spTree>
    <p:extLst>
      <p:ext uri="{BB962C8B-B14F-4D97-AF65-F5344CB8AC3E}">
        <p14:creationId xmlns:p14="http://schemas.microsoft.com/office/powerpoint/2010/main" val="22927769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94C36-1192-2C90-0EF0-033C6D6E9245}"/>
              </a:ext>
            </a:extLst>
          </p:cNvPr>
          <p:cNvSpPr>
            <a:spLocks noGrp="1"/>
          </p:cNvSpPr>
          <p:nvPr>
            <p:ph type="title"/>
          </p:nvPr>
        </p:nvSpPr>
        <p:spPr/>
        <p:txBody>
          <a:bodyPr/>
          <a:lstStyle/>
          <a:p>
            <a:r>
              <a:rPr lang="en-US"/>
              <a:t>Sending Parameters to Views</a:t>
            </a:r>
          </a:p>
        </p:txBody>
      </p:sp>
      <p:sp>
        <p:nvSpPr>
          <p:cNvPr id="7" name="Content Placeholder 6">
            <a:extLst>
              <a:ext uri="{FF2B5EF4-FFF2-40B4-BE49-F238E27FC236}">
                <a16:creationId xmlns:a16="http://schemas.microsoft.com/office/drawing/2014/main" id="{51C8A4B5-E942-7F0A-D635-499007DC614C}"/>
              </a:ext>
            </a:extLst>
          </p:cNvPr>
          <p:cNvSpPr>
            <a:spLocks noGrp="1"/>
          </p:cNvSpPr>
          <p:nvPr>
            <p:ph idx="1"/>
          </p:nvPr>
        </p:nvSpPr>
        <p:spPr/>
        <p:txBody>
          <a:bodyPr>
            <a:normAutofit/>
          </a:bodyPr>
          <a:lstStyle/>
          <a:p>
            <a:r>
              <a:rPr lang="en-US" sz="2000" dirty="0"/>
              <a:t>when a request matches the URL pattern 'article/&lt;</a:t>
            </a:r>
            <a:r>
              <a:rPr lang="en-US" sz="2000" dirty="0" err="1"/>
              <a:t>int:article_id</a:t>
            </a:r>
            <a:r>
              <a:rPr lang="en-US" sz="2000" dirty="0"/>
              <a:t>&gt;/', Django will call the </a:t>
            </a:r>
            <a:r>
              <a:rPr lang="en-US" sz="2000" dirty="0" err="1"/>
              <a:t>viewArticle</a:t>
            </a:r>
            <a:r>
              <a:rPr lang="en-US" sz="2000" dirty="0"/>
              <a:t> function in your views.py module and pass the captured </a:t>
            </a:r>
            <a:r>
              <a:rPr lang="en-US" sz="2000" dirty="0" err="1"/>
              <a:t>article_id</a:t>
            </a:r>
            <a:r>
              <a:rPr lang="en-US" sz="2000" dirty="0"/>
              <a:t> as a parameter to the function.</a:t>
            </a:r>
          </a:p>
          <a:p>
            <a:endParaRPr lang="en-US" sz="2000" dirty="0"/>
          </a:p>
        </p:txBody>
      </p:sp>
      <p:pic>
        <p:nvPicPr>
          <p:cNvPr id="10" name="Picture 9">
            <a:extLst>
              <a:ext uri="{FF2B5EF4-FFF2-40B4-BE49-F238E27FC236}">
                <a16:creationId xmlns:a16="http://schemas.microsoft.com/office/drawing/2014/main" id="{F681B5D0-9875-7771-7F34-603476930064}"/>
              </a:ext>
            </a:extLst>
          </p:cNvPr>
          <p:cNvPicPr>
            <a:picLocks noChangeAspect="1"/>
          </p:cNvPicPr>
          <p:nvPr/>
        </p:nvPicPr>
        <p:blipFill>
          <a:blip r:embed="rId2"/>
          <a:stretch>
            <a:fillRect/>
          </a:stretch>
        </p:blipFill>
        <p:spPr>
          <a:xfrm>
            <a:off x="2862262" y="2863375"/>
            <a:ext cx="6467475" cy="2047875"/>
          </a:xfrm>
          <a:prstGeom prst="rect">
            <a:avLst/>
          </a:prstGeom>
        </p:spPr>
      </p:pic>
    </p:spTree>
    <p:extLst>
      <p:ext uri="{BB962C8B-B14F-4D97-AF65-F5344CB8AC3E}">
        <p14:creationId xmlns:p14="http://schemas.microsoft.com/office/powerpoint/2010/main" val="12202935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72"/>
          <p:cNvSpPr txBox="1">
            <a:spLocks noGrp="1"/>
          </p:cNvSpPr>
          <p:nvPr>
            <p:ph type="title"/>
          </p:nvPr>
        </p:nvSpPr>
        <p:spPr>
          <a:xfrm>
            <a:off x="1892300" y="2766218"/>
            <a:ext cx="84074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TEMPLATES AND TAGS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Template System</a:t>
            </a:r>
            <a:endParaRPr/>
          </a:p>
        </p:txBody>
      </p:sp>
      <p:sp>
        <p:nvSpPr>
          <p:cNvPr id="567" name="Google Shape;567;p7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Django makes it possible to separate python and HTML, the python goes in views and HTML goes in templates. To link the two, Django relies on the render function and the Django Template language.</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The Render Function</a:t>
            </a:r>
            <a:endParaRPr/>
          </a:p>
        </p:txBody>
      </p:sp>
      <p:sp>
        <p:nvSpPr>
          <p:cNvPr id="573" name="Google Shape;573;p7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This function takes three parameters:</a:t>
            </a:r>
            <a:endParaRPr/>
          </a:p>
          <a:p>
            <a:pPr marL="228600" lvl="0" indent="-228600" algn="l" rtl="0">
              <a:lnSpc>
                <a:spcPct val="90000"/>
              </a:lnSpc>
              <a:spcBef>
                <a:spcPts val="1000"/>
              </a:spcBef>
              <a:spcAft>
                <a:spcPts val="0"/>
              </a:spcAft>
              <a:buClr>
                <a:schemeClr val="dk1"/>
              </a:buClr>
              <a:buSzPts val="2800"/>
              <a:buChar char="•"/>
            </a:pPr>
            <a:r>
              <a:rPr lang="en-US" b="1"/>
              <a:t>Request</a:t>
            </a:r>
            <a:r>
              <a:rPr lang="en-US"/>
              <a:t> − The initial request.</a:t>
            </a:r>
            <a:endParaRPr/>
          </a:p>
          <a:p>
            <a:pPr marL="228600" lvl="0" indent="-228600" algn="l" rtl="0">
              <a:lnSpc>
                <a:spcPct val="90000"/>
              </a:lnSpc>
              <a:spcBef>
                <a:spcPts val="1000"/>
              </a:spcBef>
              <a:spcAft>
                <a:spcPts val="0"/>
              </a:spcAft>
              <a:buClr>
                <a:schemeClr val="dk1"/>
              </a:buClr>
              <a:buSzPts val="2800"/>
              <a:buChar char="•"/>
            </a:pPr>
            <a:r>
              <a:rPr lang="en-US" b="1"/>
              <a:t>The path to the template </a:t>
            </a:r>
            <a:r>
              <a:rPr lang="en-US"/>
              <a:t>− This is the path relative to the TEMPLATE_DIRS option in the project settings.py variables.</a:t>
            </a:r>
            <a:endParaRPr/>
          </a:p>
          <a:p>
            <a:pPr marL="228600" lvl="0" indent="-228600" algn="l" rtl="0">
              <a:lnSpc>
                <a:spcPct val="90000"/>
              </a:lnSpc>
              <a:spcBef>
                <a:spcPts val="1000"/>
              </a:spcBef>
              <a:spcAft>
                <a:spcPts val="0"/>
              </a:spcAft>
              <a:buClr>
                <a:schemeClr val="dk1"/>
              </a:buClr>
              <a:buSzPts val="2800"/>
              <a:buChar char="•"/>
            </a:pPr>
            <a:r>
              <a:rPr lang="en-US" b="1"/>
              <a:t>Dictionary of parameters </a:t>
            </a:r>
            <a:r>
              <a:rPr lang="en-US"/>
              <a:t>− A dictionary that contains all variables needed in the template. This variable can be created or you can use locals() to pass all local variable declared in the view.</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7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Django Template Language (DTL)</a:t>
            </a:r>
            <a:endParaRPr/>
          </a:p>
        </p:txBody>
      </p:sp>
      <p:sp>
        <p:nvSpPr>
          <p:cNvPr id="579" name="Google Shape;579;p7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r>
              <a:rPr lang="en-US" sz="2200" dirty="0"/>
              <a:t>Django’s template engine offers a mini-language to define the user-facing layer of the application.</a:t>
            </a:r>
            <a:endParaRPr dirty="0"/>
          </a:p>
          <a:p>
            <a:pPr marL="228600" lvl="0" indent="-228600" algn="l" rtl="0">
              <a:lnSpc>
                <a:spcPct val="90000"/>
              </a:lnSpc>
              <a:spcBef>
                <a:spcPts val="1000"/>
              </a:spcBef>
              <a:spcAft>
                <a:spcPts val="0"/>
              </a:spcAft>
              <a:buClr>
                <a:schemeClr val="dk1"/>
              </a:buClr>
              <a:buSzPts val="2200"/>
              <a:buChar char="•"/>
            </a:pPr>
            <a:r>
              <a:rPr lang="en-US" sz="2200" b="1" dirty="0"/>
              <a:t>Displaying Variables</a:t>
            </a:r>
            <a:endParaRPr dirty="0"/>
          </a:p>
          <a:p>
            <a:pPr marL="0" lvl="0" indent="0" algn="l" rtl="0">
              <a:lnSpc>
                <a:spcPct val="90000"/>
              </a:lnSpc>
              <a:spcBef>
                <a:spcPts val="1000"/>
              </a:spcBef>
              <a:spcAft>
                <a:spcPts val="0"/>
              </a:spcAft>
              <a:buClr>
                <a:schemeClr val="dk1"/>
              </a:buClr>
              <a:buSzPts val="2200"/>
              <a:buNone/>
            </a:pPr>
            <a:r>
              <a:rPr lang="en-US" sz="2200" dirty="0"/>
              <a:t>A variable looks like this: </a:t>
            </a:r>
            <a:r>
              <a:rPr lang="en-US" sz="2200" b="1" dirty="0"/>
              <a:t>{{variable}}</a:t>
            </a:r>
            <a:r>
              <a:rPr lang="en-US" sz="2200" dirty="0"/>
              <a:t>. The template replaces the variable by the variable sent by the view in the third parameter of the render function.</a:t>
            </a:r>
            <a:endParaRPr sz="2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Creating templates folder</a:t>
            </a:r>
            <a:endParaRPr dirty="0"/>
          </a:p>
        </p:txBody>
      </p:sp>
      <p:sp>
        <p:nvSpPr>
          <p:cNvPr id="586" name="Google Shape;586;p7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r>
              <a:rPr lang="en-US" sz="2200" dirty="0"/>
              <a:t>Before changing utilizing the variable function, we first need to create a templates folder with a subdirectory of the app templates resulting into templates/</a:t>
            </a:r>
            <a:r>
              <a:rPr lang="en-US" sz="2200" dirty="0" err="1"/>
              <a:t>myapp</a:t>
            </a:r>
            <a:r>
              <a:rPr lang="en-US" sz="2200" dirty="0"/>
              <a:t>:</a:t>
            </a:r>
            <a:endParaRPr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r>
              <a:rPr lang="en-US" sz="2200" dirty="0"/>
              <a:t>Then our change </a:t>
            </a:r>
            <a:r>
              <a:rPr lang="en-US" sz="2200" b="1" dirty="0"/>
              <a:t>view into an html </a:t>
            </a:r>
            <a:r>
              <a:rPr lang="en-US" sz="2200" dirty="0"/>
              <a:t>:</a:t>
            </a:r>
            <a:endParaRPr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b="1" dirty="0"/>
          </a:p>
        </p:txBody>
      </p:sp>
      <p:pic>
        <p:nvPicPr>
          <p:cNvPr id="5" name="Picture 4">
            <a:extLst>
              <a:ext uri="{FF2B5EF4-FFF2-40B4-BE49-F238E27FC236}">
                <a16:creationId xmlns:a16="http://schemas.microsoft.com/office/drawing/2014/main" id="{6A411CD7-0F2D-CAE7-F1A5-AF2890BC6816}"/>
              </a:ext>
            </a:extLst>
          </p:cNvPr>
          <p:cNvPicPr>
            <a:picLocks noChangeAspect="1"/>
          </p:cNvPicPr>
          <p:nvPr/>
        </p:nvPicPr>
        <p:blipFill>
          <a:blip r:embed="rId3"/>
          <a:stretch>
            <a:fillRect/>
          </a:stretch>
        </p:blipFill>
        <p:spPr>
          <a:xfrm>
            <a:off x="4876629" y="2849504"/>
            <a:ext cx="2438740" cy="895475"/>
          </a:xfrm>
          <a:prstGeom prst="rect">
            <a:avLst/>
          </a:prstGeom>
        </p:spPr>
      </p:pic>
      <p:pic>
        <p:nvPicPr>
          <p:cNvPr id="7" name="Picture 6">
            <a:extLst>
              <a:ext uri="{FF2B5EF4-FFF2-40B4-BE49-F238E27FC236}">
                <a16:creationId xmlns:a16="http://schemas.microsoft.com/office/drawing/2014/main" id="{381265C8-B039-8E63-3D95-241FC65B78AC}"/>
              </a:ext>
            </a:extLst>
          </p:cNvPr>
          <p:cNvPicPr>
            <a:picLocks noChangeAspect="1"/>
          </p:cNvPicPr>
          <p:nvPr/>
        </p:nvPicPr>
        <p:blipFill>
          <a:blip r:embed="rId4"/>
          <a:stretch>
            <a:fillRect/>
          </a:stretch>
        </p:blipFill>
        <p:spPr>
          <a:xfrm>
            <a:off x="3438611" y="4253621"/>
            <a:ext cx="5725324" cy="2381582"/>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Templates</a:t>
            </a:r>
            <a:endParaRPr dirty="0"/>
          </a:p>
        </p:txBody>
      </p:sp>
      <p:sp>
        <p:nvSpPr>
          <p:cNvPr id="586" name="Google Shape;586;p7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r>
              <a:rPr lang="en-US" sz="2200" dirty="0"/>
              <a:t>Then install the templates to the project by first copying the class name in </a:t>
            </a:r>
            <a:r>
              <a:rPr lang="en-US" sz="2200" b="1" dirty="0"/>
              <a:t>apps.py </a:t>
            </a:r>
            <a:r>
              <a:rPr lang="en-US" sz="2200" dirty="0"/>
              <a:t>in this case it is the </a:t>
            </a:r>
            <a:r>
              <a:rPr lang="en-US" sz="2200" dirty="0" err="1"/>
              <a:t>MyappConfig</a:t>
            </a:r>
            <a:r>
              <a:rPr lang="en-US" sz="2200" dirty="0"/>
              <a:t>:</a:t>
            </a:r>
            <a:endParaRPr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r>
              <a:rPr lang="en-US" sz="2200" dirty="0"/>
              <a:t>Then to our </a:t>
            </a:r>
            <a:r>
              <a:rPr lang="en-US" sz="2200" b="1" dirty="0"/>
              <a:t>project settings </a:t>
            </a:r>
            <a:r>
              <a:rPr lang="en-US" sz="2200" dirty="0"/>
              <a:t>located in </a:t>
            </a:r>
            <a:r>
              <a:rPr lang="en-US" sz="2200" dirty="0" err="1"/>
              <a:t>myproject</a:t>
            </a:r>
            <a:r>
              <a:rPr lang="en-US" sz="2200" dirty="0"/>
              <a:t> folder, extend the ‘</a:t>
            </a:r>
            <a:r>
              <a:rPr lang="en-US" sz="2200" dirty="0" err="1"/>
              <a:t>myapp</a:t>
            </a:r>
            <a:r>
              <a:rPr lang="en-US" sz="2200" dirty="0"/>
              <a:t>’ into </a:t>
            </a:r>
            <a:r>
              <a:rPr lang="en-US" sz="2200" b="1" dirty="0" err="1"/>
              <a:t>myapp.apps.MyappConfig</a:t>
            </a:r>
            <a:r>
              <a:rPr lang="en-US" sz="2200" dirty="0"/>
              <a:t>:</a:t>
            </a:r>
            <a:endParaRPr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b="1" dirty="0"/>
          </a:p>
        </p:txBody>
      </p:sp>
      <p:pic>
        <p:nvPicPr>
          <p:cNvPr id="5" name="Picture 4">
            <a:extLst>
              <a:ext uri="{FF2B5EF4-FFF2-40B4-BE49-F238E27FC236}">
                <a16:creationId xmlns:a16="http://schemas.microsoft.com/office/drawing/2014/main" id="{7246440B-5E58-D5FA-F375-69AF30E569E9}"/>
              </a:ext>
            </a:extLst>
          </p:cNvPr>
          <p:cNvPicPr>
            <a:picLocks noChangeAspect="1"/>
          </p:cNvPicPr>
          <p:nvPr/>
        </p:nvPicPr>
        <p:blipFill>
          <a:blip r:embed="rId3"/>
          <a:stretch>
            <a:fillRect/>
          </a:stretch>
        </p:blipFill>
        <p:spPr>
          <a:xfrm>
            <a:off x="3754318" y="2516055"/>
            <a:ext cx="4683364" cy="1381146"/>
          </a:xfrm>
          <a:prstGeom prst="rect">
            <a:avLst/>
          </a:prstGeom>
        </p:spPr>
      </p:pic>
      <p:pic>
        <p:nvPicPr>
          <p:cNvPr id="8" name="Picture 7">
            <a:extLst>
              <a:ext uri="{FF2B5EF4-FFF2-40B4-BE49-F238E27FC236}">
                <a16:creationId xmlns:a16="http://schemas.microsoft.com/office/drawing/2014/main" id="{9402ACFE-0DB4-F07E-90A4-D91FF8290404}"/>
              </a:ext>
            </a:extLst>
          </p:cNvPr>
          <p:cNvPicPr>
            <a:picLocks noChangeAspect="1"/>
          </p:cNvPicPr>
          <p:nvPr/>
        </p:nvPicPr>
        <p:blipFill>
          <a:blip r:embed="rId4"/>
          <a:stretch>
            <a:fillRect/>
          </a:stretch>
        </p:blipFill>
        <p:spPr>
          <a:xfrm>
            <a:off x="4309813" y="4435188"/>
            <a:ext cx="3572374" cy="2057687"/>
          </a:xfrm>
          <a:prstGeom prst="rect">
            <a:avLst/>
          </a:prstGeom>
        </p:spPr>
      </p:pic>
    </p:spTree>
    <p:extLst>
      <p:ext uri="{BB962C8B-B14F-4D97-AF65-F5344CB8AC3E}">
        <p14:creationId xmlns:p14="http://schemas.microsoft.com/office/powerpoint/2010/main" val="21857409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Templates</a:t>
            </a:r>
            <a:endParaRPr dirty="0"/>
          </a:p>
        </p:txBody>
      </p:sp>
      <p:sp>
        <p:nvSpPr>
          <p:cNvPr id="586" name="Google Shape;586;p7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r>
              <a:rPr lang="en-US" sz="2200" dirty="0"/>
              <a:t>Then update the views.py file in the </a:t>
            </a:r>
            <a:r>
              <a:rPr lang="en-US" sz="2200" dirty="0" err="1"/>
              <a:t>myapp</a:t>
            </a:r>
            <a:r>
              <a:rPr lang="en-US" sz="2200" dirty="0"/>
              <a:t> folder</a:t>
            </a:r>
            <a:endParaRPr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r>
              <a:rPr lang="en-US" sz="2200" dirty="0"/>
              <a:t>Then open localhost:8000 to check the website, and inspect the page.</a:t>
            </a:r>
            <a:endParaRPr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b="1" dirty="0"/>
          </a:p>
        </p:txBody>
      </p:sp>
      <p:pic>
        <p:nvPicPr>
          <p:cNvPr id="4" name="Picture 3">
            <a:extLst>
              <a:ext uri="{FF2B5EF4-FFF2-40B4-BE49-F238E27FC236}">
                <a16:creationId xmlns:a16="http://schemas.microsoft.com/office/drawing/2014/main" id="{E8995C7F-5D9E-7E91-FCE5-53B2D606704A}"/>
              </a:ext>
            </a:extLst>
          </p:cNvPr>
          <p:cNvPicPr>
            <a:picLocks noChangeAspect="1"/>
          </p:cNvPicPr>
          <p:nvPr/>
        </p:nvPicPr>
        <p:blipFill>
          <a:blip r:embed="rId3"/>
          <a:stretch>
            <a:fillRect/>
          </a:stretch>
        </p:blipFill>
        <p:spPr>
          <a:xfrm>
            <a:off x="2914206" y="2219156"/>
            <a:ext cx="6363588" cy="2419688"/>
          </a:xfrm>
          <a:prstGeom prst="rect">
            <a:avLst/>
          </a:prstGeom>
        </p:spPr>
      </p:pic>
    </p:spTree>
    <p:extLst>
      <p:ext uri="{BB962C8B-B14F-4D97-AF65-F5344CB8AC3E}">
        <p14:creationId xmlns:p14="http://schemas.microsoft.com/office/powerpoint/2010/main" val="5513673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Variables</a:t>
            </a:r>
            <a:endParaRPr dirty="0"/>
          </a:p>
        </p:txBody>
      </p:sp>
      <p:sp>
        <p:nvSpPr>
          <p:cNvPr id="586" name="Google Shape;586;p7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r>
              <a:rPr lang="en-US" sz="2200" dirty="0"/>
              <a:t>Now let us use the variable method.</a:t>
            </a:r>
            <a:endParaRPr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r>
              <a:rPr lang="en-US" sz="2200" dirty="0"/>
              <a:t>Then change the views.py file in the app folder:</a:t>
            </a:r>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b="1" dirty="0"/>
          </a:p>
        </p:txBody>
      </p:sp>
      <p:pic>
        <p:nvPicPr>
          <p:cNvPr id="3" name="Picture 2">
            <a:extLst>
              <a:ext uri="{FF2B5EF4-FFF2-40B4-BE49-F238E27FC236}">
                <a16:creationId xmlns:a16="http://schemas.microsoft.com/office/drawing/2014/main" id="{DA69B251-46A9-0E8E-E6E6-5DA129428E43}"/>
              </a:ext>
            </a:extLst>
          </p:cNvPr>
          <p:cNvPicPr>
            <a:picLocks noChangeAspect="1"/>
          </p:cNvPicPr>
          <p:nvPr/>
        </p:nvPicPr>
        <p:blipFill>
          <a:blip r:embed="rId3"/>
          <a:stretch>
            <a:fillRect/>
          </a:stretch>
        </p:blipFill>
        <p:spPr>
          <a:xfrm>
            <a:off x="3466733" y="2209630"/>
            <a:ext cx="5258534" cy="2438740"/>
          </a:xfrm>
          <a:prstGeom prst="rect">
            <a:avLst/>
          </a:prstGeom>
        </p:spPr>
      </p:pic>
      <p:pic>
        <p:nvPicPr>
          <p:cNvPr id="6" name="Picture 5">
            <a:extLst>
              <a:ext uri="{FF2B5EF4-FFF2-40B4-BE49-F238E27FC236}">
                <a16:creationId xmlns:a16="http://schemas.microsoft.com/office/drawing/2014/main" id="{6606C8F5-8907-7E09-3046-C8431C516D4C}"/>
              </a:ext>
            </a:extLst>
          </p:cNvPr>
          <p:cNvPicPr>
            <a:picLocks noChangeAspect="1"/>
          </p:cNvPicPr>
          <p:nvPr/>
        </p:nvPicPr>
        <p:blipFill>
          <a:blip r:embed="rId4"/>
          <a:stretch>
            <a:fillRect/>
          </a:stretch>
        </p:blipFill>
        <p:spPr>
          <a:xfrm>
            <a:off x="3466733" y="5280300"/>
            <a:ext cx="5325218" cy="552527"/>
          </a:xfrm>
          <a:prstGeom prst="rect">
            <a:avLst/>
          </a:prstGeom>
        </p:spPr>
      </p:pic>
    </p:spTree>
    <p:extLst>
      <p:ext uri="{BB962C8B-B14F-4D97-AF65-F5344CB8AC3E}">
        <p14:creationId xmlns:p14="http://schemas.microsoft.com/office/powerpoint/2010/main" val="36789399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Variables</a:t>
            </a:r>
            <a:endParaRPr dirty="0"/>
          </a:p>
        </p:txBody>
      </p:sp>
      <p:sp>
        <p:nvSpPr>
          <p:cNvPr id="586" name="Google Shape;586;p7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r>
              <a:rPr lang="en-US" sz="2200" dirty="0"/>
              <a:t>Now check the localhost:8000/hello.</a:t>
            </a:r>
          </a:p>
          <a:p>
            <a:pPr marL="0" lvl="0" indent="0" algn="l" rtl="0">
              <a:lnSpc>
                <a:spcPct val="90000"/>
              </a:lnSpc>
              <a:spcBef>
                <a:spcPts val="0"/>
              </a:spcBef>
              <a:spcAft>
                <a:spcPts val="0"/>
              </a:spcAft>
              <a:buClr>
                <a:schemeClr val="dk1"/>
              </a:buClr>
              <a:buSzPts val="2200"/>
              <a:buNone/>
            </a:pPr>
            <a:endParaRPr lang="en-US" sz="2200" dirty="0"/>
          </a:p>
          <a:p>
            <a:pPr marL="0" lvl="0" indent="0" algn="l" rtl="0">
              <a:lnSpc>
                <a:spcPct val="90000"/>
              </a:lnSpc>
              <a:spcBef>
                <a:spcPts val="0"/>
              </a:spcBef>
              <a:spcAft>
                <a:spcPts val="0"/>
              </a:spcAft>
              <a:buClr>
                <a:schemeClr val="dk1"/>
              </a:buClr>
              <a:buSzPts val="2200"/>
              <a:buNone/>
            </a:pPr>
            <a:endParaRPr lang="en-US" sz="2200" dirty="0"/>
          </a:p>
          <a:p>
            <a:pPr marL="0" lvl="0" indent="0" algn="l" rtl="0">
              <a:lnSpc>
                <a:spcPct val="90000"/>
              </a:lnSpc>
              <a:spcBef>
                <a:spcPts val="0"/>
              </a:spcBef>
              <a:spcAft>
                <a:spcPts val="0"/>
              </a:spcAft>
              <a:buClr>
                <a:schemeClr val="dk1"/>
              </a:buClr>
              <a:buSzPts val="2200"/>
              <a:buNone/>
            </a:pPr>
            <a:endParaRPr lang="en-US" sz="2200" dirty="0"/>
          </a:p>
          <a:p>
            <a:pPr marL="0" lvl="0" indent="0" algn="l" rtl="0">
              <a:lnSpc>
                <a:spcPct val="90000"/>
              </a:lnSpc>
              <a:spcBef>
                <a:spcPts val="0"/>
              </a:spcBef>
              <a:spcAft>
                <a:spcPts val="0"/>
              </a:spcAft>
              <a:buClr>
                <a:schemeClr val="dk1"/>
              </a:buClr>
              <a:buSzPts val="2200"/>
              <a:buNone/>
            </a:pPr>
            <a:endParaRPr lang="en-US" sz="2200" dirty="0"/>
          </a:p>
          <a:p>
            <a:pPr marL="0" lvl="0" indent="0" algn="l" rtl="0">
              <a:lnSpc>
                <a:spcPct val="90000"/>
              </a:lnSpc>
              <a:spcBef>
                <a:spcPts val="0"/>
              </a:spcBef>
              <a:spcAft>
                <a:spcPts val="0"/>
              </a:spcAft>
              <a:buClr>
                <a:schemeClr val="dk1"/>
              </a:buClr>
              <a:buSzPts val="2200"/>
              <a:buNone/>
            </a:pPr>
            <a:endParaRPr lang="en-US" sz="2200" dirty="0"/>
          </a:p>
          <a:p>
            <a:pPr marL="0" lvl="0" indent="0" algn="l" rtl="0">
              <a:lnSpc>
                <a:spcPct val="90000"/>
              </a:lnSpc>
              <a:spcBef>
                <a:spcPts val="0"/>
              </a:spcBef>
              <a:spcAft>
                <a:spcPts val="0"/>
              </a:spcAft>
              <a:buClr>
                <a:schemeClr val="dk1"/>
              </a:buClr>
              <a:buSzPts val="2200"/>
              <a:buNone/>
            </a:pPr>
            <a:endParaRPr lang="en-US" sz="2200" dirty="0"/>
          </a:p>
          <a:p>
            <a:pPr marL="0" lvl="0" indent="0" algn="l" rtl="0">
              <a:lnSpc>
                <a:spcPct val="90000"/>
              </a:lnSpc>
              <a:spcBef>
                <a:spcPts val="0"/>
              </a:spcBef>
              <a:spcAft>
                <a:spcPts val="0"/>
              </a:spcAft>
              <a:buClr>
                <a:schemeClr val="dk1"/>
              </a:buClr>
              <a:buSzPts val="2200"/>
              <a:buNone/>
            </a:pPr>
            <a:endParaRPr lang="en-US" sz="2200" dirty="0"/>
          </a:p>
          <a:p>
            <a:pPr marL="0" lvl="0" indent="0" algn="l" rtl="0">
              <a:lnSpc>
                <a:spcPct val="90000"/>
              </a:lnSpc>
              <a:spcBef>
                <a:spcPts val="0"/>
              </a:spcBef>
              <a:spcAft>
                <a:spcPts val="0"/>
              </a:spcAft>
              <a:buClr>
                <a:schemeClr val="dk1"/>
              </a:buClr>
              <a:buSzPts val="2200"/>
              <a:buNone/>
            </a:pPr>
            <a:endParaRPr lang="en-US" sz="2200" dirty="0"/>
          </a:p>
          <a:p>
            <a:pPr marL="0" lvl="0" indent="0" algn="l" rtl="0">
              <a:lnSpc>
                <a:spcPct val="90000"/>
              </a:lnSpc>
              <a:spcBef>
                <a:spcPts val="0"/>
              </a:spcBef>
              <a:spcAft>
                <a:spcPts val="0"/>
              </a:spcAft>
              <a:buClr>
                <a:schemeClr val="dk1"/>
              </a:buClr>
              <a:buSzPts val="2200"/>
              <a:buNone/>
            </a:pPr>
            <a:r>
              <a:rPr lang="en-US" sz="2200" dirty="0"/>
              <a:t>From this figure, we can substitute the content of {{variable}} tags in the views.py folder by calling the {</a:t>
            </a:r>
            <a:r>
              <a:rPr lang="en-US" sz="2200" dirty="0" err="1"/>
              <a:t>variable:value</a:t>
            </a:r>
            <a:r>
              <a:rPr lang="en-US" sz="2200" dirty="0"/>
              <a:t>} in this example it is the {‘</a:t>
            </a:r>
            <a:r>
              <a:rPr lang="en-US" sz="2200" dirty="0" err="1"/>
              <a:t>today’:’Thursday</a:t>
            </a:r>
            <a:r>
              <a:rPr lang="en-US" sz="2200" dirty="0"/>
              <a:t>’}. We can also assign external variable into the value parameter.</a:t>
            </a:r>
            <a:endParaRPr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b="1" dirty="0"/>
          </a:p>
        </p:txBody>
      </p:sp>
      <p:pic>
        <p:nvPicPr>
          <p:cNvPr id="4" name="Picture 3">
            <a:extLst>
              <a:ext uri="{FF2B5EF4-FFF2-40B4-BE49-F238E27FC236}">
                <a16:creationId xmlns:a16="http://schemas.microsoft.com/office/drawing/2014/main" id="{35768E86-7373-9D41-BBC7-7EB24B8EF232}"/>
              </a:ext>
            </a:extLst>
          </p:cNvPr>
          <p:cNvPicPr>
            <a:picLocks noChangeAspect="1"/>
          </p:cNvPicPr>
          <p:nvPr/>
        </p:nvPicPr>
        <p:blipFill>
          <a:blip r:embed="rId3"/>
          <a:stretch>
            <a:fillRect/>
          </a:stretch>
        </p:blipFill>
        <p:spPr>
          <a:xfrm>
            <a:off x="2804653" y="2524713"/>
            <a:ext cx="6582694" cy="1476581"/>
          </a:xfrm>
          <a:prstGeom prst="rect">
            <a:avLst/>
          </a:prstGeom>
        </p:spPr>
      </p:pic>
    </p:spTree>
    <p:extLst>
      <p:ext uri="{BB962C8B-B14F-4D97-AF65-F5344CB8AC3E}">
        <p14:creationId xmlns:p14="http://schemas.microsoft.com/office/powerpoint/2010/main" val="11179348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Variables</a:t>
            </a:r>
            <a:endParaRPr dirty="0"/>
          </a:p>
        </p:txBody>
      </p:sp>
      <p:sp>
        <p:nvSpPr>
          <p:cNvPr id="586" name="Google Shape;586;p7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r>
              <a:rPr lang="en-US" sz="2200" dirty="0"/>
              <a:t>Change the code into this:</a:t>
            </a:r>
          </a:p>
          <a:p>
            <a:pPr marL="0" lvl="0" indent="0" algn="l" rtl="0">
              <a:lnSpc>
                <a:spcPct val="90000"/>
              </a:lnSpc>
              <a:spcBef>
                <a:spcPts val="0"/>
              </a:spcBef>
              <a:spcAft>
                <a:spcPts val="0"/>
              </a:spcAft>
              <a:buClr>
                <a:schemeClr val="dk1"/>
              </a:buClr>
              <a:buSzPts val="2200"/>
              <a:buNone/>
            </a:pPr>
            <a:endParaRPr lang="en-US" sz="2200" dirty="0"/>
          </a:p>
          <a:p>
            <a:pPr marL="0" lvl="0" indent="0" algn="l" rtl="0">
              <a:lnSpc>
                <a:spcPct val="90000"/>
              </a:lnSpc>
              <a:spcBef>
                <a:spcPts val="0"/>
              </a:spcBef>
              <a:spcAft>
                <a:spcPts val="0"/>
              </a:spcAft>
              <a:buClr>
                <a:schemeClr val="dk1"/>
              </a:buClr>
              <a:buSzPts val="2200"/>
              <a:buNone/>
            </a:pPr>
            <a:endParaRPr lang="en-US" sz="2200" dirty="0"/>
          </a:p>
          <a:p>
            <a:pPr marL="0" lvl="0" indent="0" algn="l" rtl="0">
              <a:lnSpc>
                <a:spcPct val="90000"/>
              </a:lnSpc>
              <a:spcBef>
                <a:spcPts val="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r>
              <a:rPr lang="en-US" sz="2200" dirty="0"/>
              <a:t>Then you should be able to see the same output as the previous slide.</a:t>
            </a:r>
            <a:endParaRPr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b="1" dirty="0"/>
          </a:p>
        </p:txBody>
      </p:sp>
      <p:pic>
        <p:nvPicPr>
          <p:cNvPr id="6" name="Picture 5">
            <a:extLst>
              <a:ext uri="{FF2B5EF4-FFF2-40B4-BE49-F238E27FC236}">
                <a16:creationId xmlns:a16="http://schemas.microsoft.com/office/drawing/2014/main" id="{F4F30E1F-26E0-2575-A6CE-117049F829AD}"/>
              </a:ext>
            </a:extLst>
          </p:cNvPr>
          <p:cNvPicPr>
            <a:picLocks noChangeAspect="1"/>
          </p:cNvPicPr>
          <p:nvPr/>
        </p:nvPicPr>
        <p:blipFill>
          <a:blip r:embed="rId3"/>
          <a:stretch>
            <a:fillRect/>
          </a:stretch>
        </p:blipFill>
        <p:spPr>
          <a:xfrm>
            <a:off x="3442917" y="2331055"/>
            <a:ext cx="5306165" cy="609685"/>
          </a:xfrm>
          <a:prstGeom prst="rect">
            <a:avLst/>
          </a:prstGeom>
        </p:spPr>
      </p:pic>
    </p:spTree>
    <p:extLst>
      <p:ext uri="{BB962C8B-B14F-4D97-AF65-F5344CB8AC3E}">
        <p14:creationId xmlns:p14="http://schemas.microsoft.com/office/powerpoint/2010/main" val="39272646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Tags</a:t>
            </a:r>
          </a:p>
        </p:txBody>
      </p:sp>
      <p:sp>
        <p:nvSpPr>
          <p:cNvPr id="600" name="Google Shape;600;p78"/>
          <p:cNvSpPr txBox="1">
            <a:spLocks noGrp="1"/>
          </p:cNvSpPr>
          <p:nvPr>
            <p:ph type="body" idx="1"/>
          </p:nvPr>
        </p:nvSpPr>
        <p:spPr>
          <a:xfrm>
            <a:off x="838200" y="1825625"/>
            <a:ext cx="10515600" cy="842672"/>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800"/>
              <a:buNone/>
            </a:pPr>
            <a:r>
              <a:rPr lang="en-US"/>
              <a:t>Tags lets you perform the following operations: if condition, for loop, template inheritance and more.</a:t>
            </a:r>
            <a:endParaRPr/>
          </a:p>
          <a:p>
            <a:pPr marL="0" lvl="0" indent="0" algn="l" rtl="0">
              <a:lnSpc>
                <a:spcPct val="90000"/>
              </a:lnSpc>
              <a:spcBef>
                <a:spcPts val="1000"/>
              </a:spcBef>
              <a:spcAft>
                <a:spcPts val="0"/>
              </a:spcAft>
              <a:buClr>
                <a:schemeClr val="dk1"/>
              </a:buClr>
              <a:buSzPts val="2800"/>
              <a:buNone/>
            </a:pPr>
            <a:endParaRPr/>
          </a:p>
        </p:txBody>
      </p:sp>
      <p:sp>
        <p:nvSpPr>
          <p:cNvPr id="602" name="Google Shape;602;p78"/>
          <p:cNvSpPr txBox="1"/>
          <p:nvPr/>
        </p:nvSpPr>
        <p:spPr>
          <a:xfrm>
            <a:off x="838200" y="2702992"/>
            <a:ext cx="5257800" cy="1815841"/>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800"/>
              <a:buFont typeface="Arial"/>
              <a:buChar char="•"/>
            </a:pPr>
            <a:r>
              <a:rPr lang="en-US" sz="2800" b="1" i="0" u="none" strike="noStrike" cap="none" dirty="0">
                <a:solidFill>
                  <a:schemeClr val="dk1"/>
                </a:solidFill>
                <a:latin typeface="Calibri"/>
                <a:ea typeface="Calibri"/>
                <a:cs typeface="Calibri"/>
                <a:sym typeface="Calibri"/>
              </a:rPr>
              <a:t>Tag for </a:t>
            </a:r>
            <a:r>
              <a:rPr lang="en-US" sz="2800" b="0" i="0" u="none" strike="noStrike" cap="none" dirty="0">
                <a:solidFill>
                  <a:schemeClr val="dk1"/>
                </a:solidFill>
                <a:latin typeface="Calibri"/>
                <a:ea typeface="Calibri"/>
                <a:cs typeface="Calibri"/>
                <a:sym typeface="Calibri"/>
              </a:rPr>
              <a:t>- just like in Python you can use for loop in your template</a:t>
            </a:r>
            <a:endParaRPr lang="en-US" sz="2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800"/>
              <a:buFont typeface="Arial"/>
              <a:buChar char="•"/>
            </a:pPr>
            <a:r>
              <a:rPr lang="en-US" sz="2800" dirty="0">
                <a:solidFill>
                  <a:schemeClr val="dk1"/>
                </a:solidFill>
                <a:latin typeface="Calibri"/>
                <a:cs typeface="Calibri"/>
                <a:sym typeface="Calibri"/>
              </a:rPr>
              <a:t>It is denoted by {%for x in list%} and ends with {%</a:t>
            </a:r>
            <a:r>
              <a:rPr lang="en-US" sz="2800" dirty="0" err="1">
                <a:solidFill>
                  <a:schemeClr val="dk1"/>
                </a:solidFill>
                <a:latin typeface="Calibri"/>
                <a:cs typeface="Calibri"/>
                <a:sym typeface="Calibri"/>
              </a:rPr>
              <a:t>endfor</a:t>
            </a:r>
            <a:r>
              <a:rPr lang="en-US" sz="2800" dirty="0">
                <a:solidFill>
                  <a:schemeClr val="dk1"/>
                </a:solidFill>
                <a:latin typeface="Calibri"/>
                <a:cs typeface="Calibri"/>
                <a:sym typeface="Calibri"/>
              </a:rPr>
              <a:t>%}</a:t>
            </a:r>
            <a:endParaRPr dirty="0"/>
          </a:p>
        </p:txBody>
      </p:sp>
      <p:pic>
        <p:nvPicPr>
          <p:cNvPr id="4" name="Picture 3">
            <a:extLst>
              <a:ext uri="{FF2B5EF4-FFF2-40B4-BE49-F238E27FC236}">
                <a16:creationId xmlns:a16="http://schemas.microsoft.com/office/drawing/2014/main" id="{16E07FEF-824C-0A7D-11CD-2CECD27D6DE0}"/>
              </a:ext>
            </a:extLst>
          </p:cNvPr>
          <p:cNvPicPr>
            <a:picLocks noChangeAspect="1"/>
          </p:cNvPicPr>
          <p:nvPr/>
        </p:nvPicPr>
        <p:blipFill>
          <a:blip r:embed="rId3"/>
          <a:stretch>
            <a:fillRect/>
          </a:stretch>
        </p:blipFill>
        <p:spPr>
          <a:xfrm>
            <a:off x="6200140" y="2712399"/>
            <a:ext cx="5153660" cy="149542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Tags</a:t>
            </a:r>
            <a:endParaRPr dirty="0"/>
          </a:p>
        </p:txBody>
      </p:sp>
      <p:sp>
        <p:nvSpPr>
          <p:cNvPr id="586" name="Google Shape;586;p7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r>
              <a:rPr lang="en-US" sz="2200" dirty="0"/>
              <a:t>Let us create a list with a dictionary key-pair values inside.</a:t>
            </a:r>
            <a:endParaRPr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b="1" dirty="0"/>
          </a:p>
        </p:txBody>
      </p:sp>
      <p:pic>
        <p:nvPicPr>
          <p:cNvPr id="2" name="Picture 1">
            <a:extLst>
              <a:ext uri="{FF2B5EF4-FFF2-40B4-BE49-F238E27FC236}">
                <a16:creationId xmlns:a16="http://schemas.microsoft.com/office/drawing/2014/main" id="{11BE4AE8-AEF7-EF6D-1EB8-7C4E80A9038A}"/>
              </a:ext>
            </a:extLst>
          </p:cNvPr>
          <p:cNvPicPr>
            <a:picLocks noChangeAspect="1"/>
          </p:cNvPicPr>
          <p:nvPr/>
        </p:nvPicPr>
        <p:blipFill>
          <a:blip r:embed="rId3"/>
          <a:stretch>
            <a:fillRect/>
          </a:stretch>
        </p:blipFill>
        <p:spPr>
          <a:xfrm>
            <a:off x="4055646" y="2347881"/>
            <a:ext cx="4080707" cy="3741392"/>
          </a:xfrm>
          <a:prstGeom prst="rect">
            <a:avLst/>
          </a:prstGeom>
        </p:spPr>
      </p:pic>
    </p:spTree>
    <p:extLst>
      <p:ext uri="{BB962C8B-B14F-4D97-AF65-F5344CB8AC3E}">
        <p14:creationId xmlns:p14="http://schemas.microsoft.com/office/powerpoint/2010/main" val="3745562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Tags</a:t>
            </a:r>
            <a:endParaRPr dirty="0"/>
          </a:p>
        </p:txBody>
      </p:sp>
      <p:sp>
        <p:nvSpPr>
          <p:cNvPr id="586" name="Google Shape;586;p7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r>
              <a:rPr lang="en-US" sz="2200" dirty="0"/>
              <a:t>Then edit our def hello(request) into creating a context variable where it is a dictionary of the key-pair value of the list to be used for the for loop in the hello.html file.</a:t>
            </a:r>
            <a:endParaRPr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b="1" dirty="0"/>
          </a:p>
        </p:txBody>
      </p:sp>
      <p:pic>
        <p:nvPicPr>
          <p:cNvPr id="3" name="Picture 2">
            <a:extLst>
              <a:ext uri="{FF2B5EF4-FFF2-40B4-BE49-F238E27FC236}">
                <a16:creationId xmlns:a16="http://schemas.microsoft.com/office/drawing/2014/main" id="{FD907882-D6F4-5E79-3727-0C8ED03004B1}"/>
              </a:ext>
            </a:extLst>
          </p:cNvPr>
          <p:cNvPicPr>
            <a:picLocks noChangeAspect="1"/>
          </p:cNvPicPr>
          <p:nvPr/>
        </p:nvPicPr>
        <p:blipFill>
          <a:blip r:embed="rId3"/>
          <a:stretch>
            <a:fillRect/>
          </a:stretch>
        </p:blipFill>
        <p:spPr>
          <a:xfrm>
            <a:off x="3804920" y="2847975"/>
            <a:ext cx="4582160" cy="1162050"/>
          </a:xfrm>
          <a:prstGeom prst="rect">
            <a:avLst/>
          </a:prstGeom>
        </p:spPr>
      </p:pic>
    </p:spTree>
    <p:extLst>
      <p:ext uri="{BB962C8B-B14F-4D97-AF65-F5344CB8AC3E}">
        <p14:creationId xmlns:p14="http://schemas.microsoft.com/office/powerpoint/2010/main" val="41668906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Django Template Language (DTL)</a:t>
            </a:r>
            <a:endParaRPr/>
          </a:p>
        </p:txBody>
      </p:sp>
      <p:sp>
        <p:nvSpPr>
          <p:cNvPr id="586" name="Google Shape;586;p7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r>
              <a:rPr lang="en-US" sz="2200" dirty="0"/>
              <a:t>Then edit inside the hello.html the following: </a:t>
            </a:r>
            <a:endParaRPr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b="1" dirty="0"/>
          </a:p>
        </p:txBody>
      </p:sp>
      <p:pic>
        <p:nvPicPr>
          <p:cNvPr id="6" name="Picture 5">
            <a:extLst>
              <a:ext uri="{FF2B5EF4-FFF2-40B4-BE49-F238E27FC236}">
                <a16:creationId xmlns:a16="http://schemas.microsoft.com/office/drawing/2014/main" id="{47CD657C-5F42-49A2-74C4-C68A119877BF}"/>
              </a:ext>
            </a:extLst>
          </p:cNvPr>
          <p:cNvPicPr>
            <a:picLocks noChangeAspect="1"/>
          </p:cNvPicPr>
          <p:nvPr/>
        </p:nvPicPr>
        <p:blipFill>
          <a:blip r:embed="rId3"/>
          <a:stretch>
            <a:fillRect/>
          </a:stretch>
        </p:blipFill>
        <p:spPr>
          <a:xfrm>
            <a:off x="3519170" y="2505868"/>
            <a:ext cx="5153660" cy="1495425"/>
          </a:xfrm>
          <a:prstGeom prst="rect">
            <a:avLst/>
          </a:prstGeom>
        </p:spPr>
      </p:pic>
    </p:spTree>
    <p:extLst>
      <p:ext uri="{BB962C8B-B14F-4D97-AF65-F5344CB8AC3E}">
        <p14:creationId xmlns:p14="http://schemas.microsoft.com/office/powerpoint/2010/main" val="32260748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Django Template Language (DTL)</a:t>
            </a:r>
            <a:endParaRPr/>
          </a:p>
        </p:txBody>
      </p:sp>
      <p:sp>
        <p:nvSpPr>
          <p:cNvPr id="586" name="Google Shape;586;p7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r>
              <a:rPr lang="en-US" sz="2200" dirty="0"/>
              <a:t>Then you should be able to get the following output in localhost:8000/hello: </a:t>
            </a:r>
            <a:endParaRPr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lang="en-US" sz="2200" dirty="0"/>
          </a:p>
          <a:p>
            <a:pPr marL="0" lvl="0" indent="0" algn="l" rtl="0">
              <a:lnSpc>
                <a:spcPct val="90000"/>
              </a:lnSpc>
              <a:spcBef>
                <a:spcPts val="1000"/>
              </a:spcBef>
              <a:spcAft>
                <a:spcPts val="0"/>
              </a:spcAft>
              <a:buClr>
                <a:schemeClr val="dk1"/>
              </a:buClr>
              <a:buSzPts val="2200"/>
              <a:buNone/>
            </a:pPr>
            <a:endParaRPr sz="2200" dirty="0"/>
          </a:p>
          <a:p>
            <a:pPr marL="0" lvl="0" indent="0" algn="l" rtl="0">
              <a:lnSpc>
                <a:spcPct val="90000"/>
              </a:lnSpc>
              <a:spcBef>
                <a:spcPts val="1000"/>
              </a:spcBef>
              <a:spcAft>
                <a:spcPts val="0"/>
              </a:spcAft>
              <a:buClr>
                <a:schemeClr val="dk1"/>
              </a:buClr>
              <a:buSzPts val="2200"/>
              <a:buNone/>
            </a:pPr>
            <a:endParaRPr sz="2200" b="1" dirty="0"/>
          </a:p>
        </p:txBody>
      </p:sp>
      <p:pic>
        <p:nvPicPr>
          <p:cNvPr id="5" name="Picture 4">
            <a:extLst>
              <a:ext uri="{FF2B5EF4-FFF2-40B4-BE49-F238E27FC236}">
                <a16:creationId xmlns:a16="http://schemas.microsoft.com/office/drawing/2014/main" id="{32505317-3E03-F8BD-6CAB-8DA3983E614C}"/>
              </a:ext>
            </a:extLst>
          </p:cNvPr>
          <p:cNvPicPr>
            <a:picLocks noChangeAspect="1"/>
          </p:cNvPicPr>
          <p:nvPr/>
        </p:nvPicPr>
        <p:blipFill>
          <a:blip r:embed="rId3"/>
          <a:stretch>
            <a:fillRect/>
          </a:stretch>
        </p:blipFill>
        <p:spPr>
          <a:xfrm>
            <a:off x="3900181" y="2400870"/>
            <a:ext cx="4391638" cy="3200847"/>
          </a:xfrm>
          <a:prstGeom prst="rect">
            <a:avLst/>
          </a:prstGeom>
        </p:spPr>
      </p:pic>
    </p:spTree>
    <p:extLst>
      <p:ext uri="{BB962C8B-B14F-4D97-AF65-F5344CB8AC3E}">
        <p14:creationId xmlns:p14="http://schemas.microsoft.com/office/powerpoint/2010/main" val="10619031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Tags</a:t>
            </a:r>
          </a:p>
        </p:txBody>
      </p:sp>
      <p:sp>
        <p:nvSpPr>
          <p:cNvPr id="600" name="Google Shape;600;p78"/>
          <p:cNvSpPr txBox="1">
            <a:spLocks noGrp="1"/>
          </p:cNvSpPr>
          <p:nvPr>
            <p:ph type="body" idx="1"/>
          </p:nvPr>
        </p:nvSpPr>
        <p:spPr>
          <a:xfrm>
            <a:off x="838200" y="1825625"/>
            <a:ext cx="10515600" cy="842672"/>
          </a:xfrm>
          <a:prstGeom prst="rect">
            <a:avLst/>
          </a:prstGeom>
          <a:noFill/>
          <a:ln>
            <a:noFill/>
          </a:ln>
        </p:spPr>
        <p:txBody>
          <a:bodyPr spcFirstLastPara="1" wrap="square" lIns="91425" tIns="45700" rIns="91425" bIns="45700" anchor="t" anchorCtr="0">
            <a:normAutofit lnSpcReduction="10000"/>
          </a:bodyPr>
          <a:lstStyle/>
          <a:p>
            <a:pPr marL="285750" marR="0" lvl="0" indent="-285750" algn="l" rtl="0">
              <a:spcBef>
                <a:spcPts val="0"/>
              </a:spcBef>
              <a:spcAft>
                <a:spcPts val="0"/>
              </a:spcAft>
              <a:buClr>
                <a:schemeClr val="dk1"/>
              </a:buClr>
              <a:buSzPts val="2800"/>
              <a:buFont typeface="Arial"/>
              <a:buChar char="•"/>
            </a:pPr>
            <a:r>
              <a:rPr lang="en-US" sz="2800" b="1" i="0" u="none" strike="noStrike" cap="none" dirty="0">
                <a:solidFill>
                  <a:schemeClr val="dk1"/>
                </a:solidFill>
                <a:latin typeface="Calibri"/>
                <a:ea typeface="Calibri"/>
                <a:cs typeface="Calibri"/>
                <a:sym typeface="Calibri"/>
              </a:rPr>
              <a:t>Tag if </a:t>
            </a:r>
            <a:r>
              <a:rPr lang="en-US" sz="2800" b="0" i="0" u="none" strike="noStrike" cap="none" dirty="0">
                <a:solidFill>
                  <a:schemeClr val="dk1"/>
                </a:solidFill>
                <a:latin typeface="Calibri"/>
                <a:ea typeface="Calibri"/>
                <a:cs typeface="Calibri"/>
                <a:sym typeface="Calibri"/>
              </a:rPr>
              <a:t>- just like in Python you can also use </a:t>
            </a:r>
            <a:r>
              <a:rPr lang="en-US" sz="2800" b="1" i="0" u="none" strike="noStrike" cap="none" dirty="0">
                <a:solidFill>
                  <a:schemeClr val="dk1"/>
                </a:solidFill>
                <a:latin typeface="Calibri"/>
                <a:ea typeface="Calibri"/>
                <a:cs typeface="Calibri"/>
                <a:sym typeface="Calibri"/>
              </a:rPr>
              <a:t>if, else if, and else </a:t>
            </a:r>
            <a:r>
              <a:rPr lang="en-US" sz="2800" b="0" i="0" u="none" strike="noStrike" cap="none" dirty="0">
                <a:solidFill>
                  <a:schemeClr val="dk1"/>
                </a:solidFill>
                <a:latin typeface="Calibri"/>
                <a:ea typeface="Calibri"/>
                <a:cs typeface="Calibri"/>
                <a:sym typeface="Calibri"/>
              </a:rPr>
              <a:t>statement in your template with {</a:t>
            </a:r>
            <a:r>
              <a:rPr lang="en-US" dirty="0">
                <a:solidFill>
                  <a:schemeClr val="dk1"/>
                </a:solidFill>
                <a:latin typeface="Calibri"/>
                <a:ea typeface="Calibri"/>
                <a:cs typeface="Calibri"/>
                <a:sym typeface="Calibri"/>
              </a:rPr>
              <a:t>%if condition%} {%else%} {%endif%}</a:t>
            </a:r>
            <a:endParaRPr lang="en-US" sz="2800" dirty="0">
              <a:solidFill>
                <a:schemeClr val="dk1"/>
              </a:solidFill>
              <a:latin typeface="Calibri"/>
              <a:ea typeface="Calibri"/>
              <a:cs typeface="Calibri"/>
              <a:sym typeface="Calibri"/>
            </a:endParaRPr>
          </a:p>
        </p:txBody>
      </p:sp>
      <p:pic>
        <p:nvPicPr>
          <p:cNvPr id="2" name="Picture 1" descr="A screen shot of a computer code&#10;&#10;Description automatically generated">
            <a:extLst>
              <a:ext uri="{FF2B5EF4-FFF2-40B4-BE49-F238E27FC236}">
                <a16:creationId xmlns:a16="http://schemas.microsoft.com/office/drawing/2014/main" id="{339417F3-AC9F-CB8D-1592-63612646EDD7}"/>
              </a:ext>
            </a:extLst>
          </p:cNvPr>
          <p:cNvPicPr>
            <a:picLocks noChangeAspect="1"/>
          </p:cNvPicPr>
          <p:nvPr/>
        </p:nvPicPr>
        <p:blipFill>
          <a:blip r:embed="rId3"/>
          <a:stretch>
            <a:fillRect/>
          </a:stretch>
        </p:blipFill>
        <p:spPr>
          <a:xfrm>
            <a:off x="3624485" y="4104497"/>
            <a:ext cx="4229100" cy="1828800"/>
          </a:xfrm>
          <a:prstGeom prst="rect">
            <a:avLst/>
          </a:prstGeom>
        </p:spPr>
      </p:pic>
      <p:sp>
        <p:nvSpPr>
          <p:cNvPr id="3" name="Google Shape;600;p78">
            <a:extLst>
              <a:ext uri="{FF2B5EF4-FFF2-40B4-BE49-F238E27FC236}">
                <a16:creationId xmlns:a16="http://schemas.microsoft.com/office/drawing/2014/main" id="{DB50DABF-FCC5-66E5-26AB-EED41BF73F9C}"/>
              </a:ext>
            </a:extLst>
          </p:cNvPr>
          <p:cNvSpPr txBox="1">
            <a:spLocks/>
          </p:cNvSpPr>
          <p:nvPr/>
        </p:nvSpPr>
        <p:spPr>
          <a:xfrm>
            <a:off x="838200" y="3007664"/>
            <a:ext cx="10515600" cy="842672"/>
          </a:xfrm>
          <a:prstGeom prst="rect">
            <a:avLst/>
          </a:prstGeom>
          <a:noFill/>
          <a:ln>
            <a:noFill/>
          </a:ln>
        </p:spPr>
        <p:txBody>
          <a:bodyPr spcFirstLastPara="1" vert="horz" wrap="square" lIns="91425" tIns="45700" rIns="91425" bIns="45700" rtlCol="0" anchor="t" anchorCtr="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rlow"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rlow"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rlow"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spcBef>
                <a:spcPts val="0"/>
              </a:spcBef>
              <a:buClr>
                <a:schemeClr val="dk1"/>
              </a:buClr>
              <a:buSzPts val="2800"/>
              <a:buFont typeface="Arial"/>
              <a:buChar char="•"/>
            </a:pPr>
            <a:r>
              <a:rPr lang="en-US" dirty="0">
                <a:solidFill>
                  <a:schemeClr val="dk1"/>
                </a:solidFill>
                <a:latin typeface="Calibri"/>
                <a:ea typeface="Calibri"/>
                <a:cs typeface="Calibri"/>
                <a:sym typeface="Calibri"/>
              </a:rPr>
              <a:t>Let us add a condition to our links that if the page has a title, it would that specific title, else it would just result our default value: Django Blog. Change the hello.html with the following syntax:</a:t>
            </a:r>
          </a:p>
        </p:txBody>
      </p:sp>
    </p:spTree>
    <p:extLst>
      <p:ext uri="{BB962C8B-B14F-4D97-AF65-F5344CB8AC3E}">
        <p14:creationId xmlns:p14="http://schemas.microsoft.com/office/powerpoint/2010/main" val="8998978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Tags</a:t>
            </a:r>
          </a:p>
        </p:txBody>
      </p:sp>
      <p:sp>
        <p:nvSpPr>
          <p:cNvPr id="600" name="Google Shape;600;p78"/>
          <p:cNvSpPr txBox="1">
            <a:spLocks noGrp="1"/>
          </p:cNvSpPr>
          <p:nvPr>
            <p:ph type="body" idx="1"/>
          </p:nvPr>
        </p:nvSpPr>
        <p:spPr>
          <a:xfrm>
            <a:off x="838200" y="1825625"/>
            <a:ext cx="10515600" cy="842672"/>
          </a:xfrm>
          <a:prstGeom prst="rect">
            <a:avLst/>
          </a:prstGeom>
          <a:noFill/>
          <a:ln>
            <a:noFill/>
          </a:ln>
        </p:spPr>
        <p:txBody>
          <a:bodyPr spcFirstLastPara="1" wrap="square" lIns="91425" tIns="45700" rIns="91425" bIns="45700" anchor="t" anchorCtr="0">
            <a:normAutofit fontScale="77500" lnSpcReduction="20000"/>
          </a:bodyPr>
          <a:lstStyle/>
          <a:p>
            <a:pPr marL="285750" marR="0" lvl="0" indent="-285750" algn="l" rtl="0">
              <a:spcBef>
                <a:spcPts val="0"/>
              </a:spcBef>
              <a:spcAft>
                <a:spcPts val="0"/>
              </a:spcAft>
              <a:buClr>
                <a:schemeClr val="dk1"/>
              </a:buClr>
              <a:buSzPts val="2800"/>
              <a:buFont typeface="Arial"/>
              <a:buChar char="•"/>
            </a:pPr>
            <a:r>
              <a:rPr lang="en-US" dirty="0">
                <a:solidFill>
                  <a:schemeClr val="dk1"/>
                </a:solidFill>
                <a:latin typeface="Calibri"/>
                <a:ea typeface="Calibri"/>
                <a:cs typeface="Calibri"/>
                <a:sym typeface="Calibri"/>
              </a:rPr>
              <a:t>Then let’s change the views.py file in the </a:t>
            </a:r>
            <a:r>
              <a:rPr lang="en-US" dirty="0" err="1">
                <a:solidFill>
                  <a:schemeClr val="dk1"/>
                </a:solidFill>
                <a:latin typeface="Calibri"/>
                <a:ea typeface="Calibri"/>
                <a:cs typeface="Calibri"/>
                <a:sym typeface="Calibri"/>
              </a:rPr>
              <a:t>myapp</a:t>
            </a:r>
            <a:r>
              <a:rPr lang="en-US" dirty="0">
                <a:solidFill>
                  <a:schemeClr val="dk1"/>
                </a:solidFill>
                <a:latin typeface="Calibri"/>
                <a:ea typeface="Calibri"/>
                <a:cs typeface="Calibri"/>
                <a:sym typeface="Calibri"/>
              </a:rPr>
              <a:t> folder and adding a title variable in the def about {‘title’: About} while leaving the hello function with no title at all.</a:t>
            </a:r>
            <a:endParaRPr lang="en-US" sz="2800"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66609DDB-0D76-D2FE-FEF1-479CCC232713}"/>
              </a:ext>
            </a:extLst>
          </p:cNvPr>
          <p:cNvPicPr>
            <a:picLocks noChangeAspect="1"/>
          </p:cNvPicPr>
          <p:nvPr/>
        </p:nvPicPr>
        <p:blipFill>
          <a:blip r:embed="rId3"/>
          <a:stretch>
            <a:fillRect/>
          </a:stretch>
        </p:blipFill>
        <p:spPr>
          <a:xfrm>
            <a:off x="3171507" y="2803234"/>
            <a:ext cx="5848985" cy="1504950"/>
          </a:xfrm>
          <a:prstGeom prst="rect">
            <a:avLst/>
          </a:prstGeom>
        </p:spPr>
      </p:pic>
    </p:spTree>
    <p:extLst>
      <p:ext uri="{BB962C8B-B14F-4D97-AF65-F5344CB8AC3E}">
        <p14:creationId xmlns:p14="http://schemas.microsoft.com/office/powerpoint/2010/main" val="12503608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Tags</a:t>
            </a:r>
          </a:p>
        </p:txBody>
      </p:sp>
      <p:sp>
        <p:nvSpPr>
          <p:cNvPr id="600" name="Google Shape;600;p78"/>
          <p:cNvSpPr txBox="1">
            <a:spLocks noGrp="1"/>
          </p:cNvSpPr>
          <p:nvPr>
            <p:ph type="body" idx="1"/>
          </p:nvPr>
        </p:nvSpPr>
        <p:spPr>
          <a:xfrm>
            <a:off x="838200" y="1825625"/>
            <a:ext cx="10515600" cy="842672"/>
          </a:xfrm>
          <a:prstGeom prst="rect">
            <a:avLst/>
          </a:prstGeom>
          <a:noFill/>
          <a:ln>
            <a:noFill/>
          </a:ln>
        </p:spPr>
        <p:txBody>
          <a:bodyPr spcFirstLastPara="1" wrap="square" lIns="91425" tIns="45700" rIns="91425" bIns="45700" anchor="t" anchorCtr="0">
            <a:normAutofit/>
          </a:bodyPr>
          <a:lstStyle/>
          <a:p>
            <a:pPr marL="285750" marR="0" lvl="0" indent="-285750" algn="l" rtl="0">
              <a:spcBef>
                <a:spcPts val="0"/>
              </a:spcBef>
              <a:spcAft>
                <a:spcPts val="0"/>
              </a:spcAft>
              <a:buClr>
                <a:schemeClr val="dk1"/>
              </a:buClr>
              <a:buSzPts val="2800"/>
              <a:buFont typeface="Arial"/>
              <a:buChar char="•"/>
            </a:pPr>
            <a:r>
              <a:rPr lang="en-US" dirty="0">
                <a:solidFill>
                  <a:schemeClr val="dk1"/>
                </a:solidFill>
                <a:latin typeface="Calibri"/>
                <a:ea typeface="Calibri"/>
                <a:cs typeface="Calibri"/>
                <a:sym typeface="Calibri"/>
              </a:rPr>
              <a:t>It should be able to output this result:</a:t>
            </a:r>
            <a:endParaRPr lang="en-US" sz="2800" dirty="0">
              <a:solidFill>
                <a:schemeClr val="dk1"/>
              </a:solidFill>
              <a:latin typeface="Calibri"/>
              <a:ea typeface="Calibri"/>
              <a:cs typeface="Calibri"/>
              <a:sym typeface="Calibri"/>
            </a:endParaRPr>
          </a:p>
        </p:txBody>
      </p:sp>
      <p:pic>
        <p:nvPicPr>
          <p:cNvPr id="2" name="Picture 1" descr="A screenshot of a computer&#10;&#10;Description automatically generated">
            <a:extLst>
              <a:ext uri="{FF2B5EF4-FFF2-40B4-BE49-F238E27FC236}">
                <a16:creationId xmlns:a16="http://schemas.microsoft.com/office/drawing/2014/main" id="{771337D4-CDE7-7DC7-F148-0E0C33F24E68}"/>
              </a:ext>
            </a:extLst>
          </p:cNvPr>
          <p:cNvPicPr>
            <a:picLocks noChangeAspect="1"/>
          </p:cNvPicPr>
          <p:nvPr/>
        </p:nvPicPr>
        <p:blipFill>
          <a:blip r:embed="rId3"/>
          <a:stretch>
            <a:fillRect/>
          </a:stretch>
        </p:blipFill>
        <p:spPr>
          <a:xfrm>
            <a:off x="1666875" y="2399004"/>
            <a:ext cx="4429125" cy="3581400"/>
          </a:xfrm>
          <a:prstGeom prst="rect">
            <a:avLst/>
          </a:prstGeom>
        </p:spPr>
      </p:pic>
      <p:pic>
        <p:nvPicPr>
          <p:cNvPr id="4" name="Picture 3" descr="A screenshot of a chat&#10;&#10;Description automatically generated">
            <a:extLst>
              <a:ext uri="{FF2B5EF4-FFF2-40B4-BE49-F238E27FC236}">
                <a16:creationId xmlns:a16="http://schemas.microsoft.com/office/drawing/2014/main" id="{404BFCEB-D543-610D-FA73-DC99F3F9329A}"/>
              </a:ext>
            </a:extLst>
          </p:cNvPr>
          <p:cNvPicPr>
            <a:picLocks noChangeAspect="1"/>
          </p:cNvPicPr>
          <p:nvPr/>
        </p:nvPicPr>
        <p:blipFill>
          <a:blip r:embed="rId4"/>
          <a:stretch>
            <a:fillRect/>
          </a:stretch>
        </p:blipFill>
        <p:spPr>
          <a:xfrm>
            <a:off x="6924675" y="2406196"/>
            <a:ext cx="3619500" cy="1543050"/>
          </a:xfrm>
          <a:prstGeom prst="rect">
            <a:avLst/>
          </a:prstGeom>
        </p:spPr>
      </p:pic>
    </p:spTree>
    <p:extLst>
      <p:ext uri="{BB962C8B-B14F-4D97-AF65-F5344CB8AC3E}">
        <p14:creationId xmlns:p14="http://schemas.microsoft.com/office/powerpoint/2010/main" val="18639329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8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Block and Extend Tags</a:t>
            </a:r>
            <a:endParaRPr/>
          </a:p>
        </p:txBody>
      </p:sp>
      <p:sp>
        <p:nvSpPr>
          <p:cNvPr id="629" name="Google Shape;629;p8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dirty="0"/>
              <a:t>A template system cannot be complete without template inheritance. Meaning when you are designing your templates, you should have a main template with holes that the child's template will fill according to his own need, like a page might need a special </a:t>
            </a:r>
            <a:r>
              <a:rPr lang="en-US" dirty="0" err="1"/>
              <a:t>css</a:t>
            </a:r>
            <a:r>
              <a:rPr lang="en-US" dirty="0"/>
              <a:t> for the selected tab.</a:t>
            </a:r>
            <a:endParaRPr dirty="0"/>
          </a:p>
          <a:p>
            <a:pPr marL="0" lvl="0" indent="0" algn="l" rtl="0">
              <a:lnSpc>
                <a:spcPct val="90000"/>
              </a:lnSpc>
              <a:spcBef>
                <a:spcPts val="1000"/>
              </a:spcBef>
              <a:spcAft>
                <a:spcPts val="0"/>
              </a:spcAft>
              <a:buClr>
                <a:schemeClr val="dk1"/>
              </a:buClr>
              <a:buSzPts val="2800"/>
              <a:buNone/>
            </a:pPr>
            <a:endParaRPr dirty="0"/>
          </a:p>
          <a:p>
            <a:pPr marL="0" lvl="0" indent="0" algn="l" rtl="0">
              <a:lnSpc>
                <a:spcPct val="90000"/>
              </a:lnSpc>
              <a:spcBef>
                <a:spcPts val="1000"/>
              </a:spcBef>
              <a:spcAft>
                <a:spcPts val="0"/>
              </a:spcAft>
              <a:buClr>
                <a:schemeClr val="dk1"/>
              </a:buClr>
              <a:buSzPts val="2800"/>
              <a:buNone/>
            </a:pPr>
            <a:r>
              <a:rPr lang="en-US" dirty="0"/>
              <a:t>Let’s change the </a:t>
            </a:r>
            <a:r>
              <a:rPr lang="en-US" b="1" i="1" dirty="0"/>
              <a:t>hello.html and about.html </a:t>
            </a:r>
            <a:r>
              <a:rPr lang="en-US" dirty="0"/>
              <a:t>template to inherit from a </a:t>
            </a:r>
            <a:r>
              <a:rPr lang="en-US" b="1" i="1" dirty="0"/>
              <a:t>base.html</a:t>
            </a:r>
            <a:r>
              <a:rPr lang="en-US" dirty="0"/>
              <a:t>.</a:t>
            </a:r>
            <a:endParaRPr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Tags</a:t>
            </a:r>
          </a:p>
        </p:txBody>
      </p:sp>
      <p:sp>
        <p:nvSpPr>
          <p:cNvPr id="600" name="Google Shape;600;p78"/>
          <p:cNvSpPr txBox="1">
            <a:spLocks noGrp="1"/>
          </p:cNvSpPr>
          <p:nvPr>
            <p:ph type="body" idx="1"/>
          </p:nvPr>
        </p:nvSpPr>
        <p:spPr>
          <a:xfrm>
            <a:off x="838200" y="1825625"/>
            <a:ext cx="10515600" cy="842672"/>
          </a:xfrm>
          <a:prstGeom prst="rect">
            <a:avLst/>
          </a:prstGeom>
          <a:noFill/>
          <a:ln>
            <a:noFill/>
          </a:ln>
        </p:spPr>
        <p:txBody>
          <a:bodyPr spcFirstLastPara="1" wrap="square" lIns="91425" tIns="45700" rIns="91425" bIns="45700" anchor="t" anchorCtr="0">
            <a:normAutofit/>
          </a:bodyPr>
          <a:lstStyle/>
          <a:p>
            <a:pPr marL="285750" marR="0" lvl="0" indent="-285750" algn="l" rtl="0">
              <a:spcBef>
                <a:spcPts val="0"/>
              </a:spcBef>
              <a:spcAft>
                <a:spcPts val="0"/>
              </a:spcAft>
              <a:buClr>
                <a:schemeClr val="dk1"/>
              </a:buClr>
              <a:buSzPts val="2800"/>
              <a:buFont typeface="Arial"/>
              <a:buChar char="•"/>
            </a:pPr>
            <a:r>
              <a:rPr lang="en-US" dirty="0">
                <a:solidFill>
                  <a:schemeClr val="dk1"/>
                </a:solidFill>
                <a:latin typeface="Calibri"/>
                <a:ea typeface="Calibri"/>
                <a:cs typeface="Calibri"/>
                <a:sym typeface="Calibri"/>
              </a:rPr>
              <a:t>Let us first create a base.html file in the templates folder.</a:t>
            </a:r>
            <a:endParaRPr lang="en-US" sz="2800" dirty="0">
              <a:solidFill>
                <a:schemeClr val="dk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B0211FD0-0912-A0F8-E0AA-19CE3E5BCA0B}"/>
              </a:ext>
            </a:extLst>
          </p:cNvPr>
          <p:cNvPicPr>
            <a:picLocks noChangeAspect="1"/>
          </p:cNvPicPr>
          <p:nvPr/>
        </p:nvPicPr>
        <p:blipFill>
          <a:blip r:embed="rId3"/>
          <a:stretch>
            <a:fillRect/>
          </a:stretch>
        </p:blipFill>
        <p:spPr>
          <a:xfrm>
            <a:off x="4657524" y="2668297"/>
            <a:ext cx="2876951" cy="724001"/>
          </a:xfrm>
          <a:prstGeom prst="rect">
            <a:avLst/>
          </a:prstGeom>
        </p:spPr>
      </p:pic>
      <p:sp>
        <p:nvSpPr>
          <p:cNvPr id="7" name="Google Shape;600;p78">
            <a:extLst>
              <a:ext uri="{FF2B5EF4-FFF2-40B4-BE49-F238E27FC236}">
                <a16:creationId xmlns:a16="http://schemas.microsoft.com/office/drawing/2014/main" id="{1376EB8A-DE71-9B3D-6CD5-EDEE6FF1E5FA}"/>
              </a:ext>
            </a:extLst>
          </p:cNvPr>
          <p:cNvSpPr txBox="1">
            <a:spLocks/>
          </p:cNvSpPr>
          <p:nvPr/>
        </p:nvSpPr>
        <p:spPr>
          <a:xfrm>
            <a:off x="833540" y="3657535"/>
            <a:ext cx="10515600" cy="842672"/>
          </a:xfrm>
          <a:prstGeom prst="rect">
            <a:avLst/>
          </a:prstGeom>
          <a:noFill/>
          <a:ln>
            <a:noFill/>
          </a:ln>
        </p:spPr>
        <p:txBody>
          <a:bodyPr spcFirstLastPara="1" vert="horz" wrap="square" lIns="91425" tIns="45700" rIns="91425" bIns="45700" rtlCol="0" anchor="t"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rlow"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rlow"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rlow"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spcBef>
                <a:spcPts val="0"/>
              </a:spcBef>
              <a:buClr>
                <a:schemeClr val="dk1"/>
              </a:buClr>
              <a:buSzPts val="2800"/>
              <a:buFont typeface="Arial"/>
              <a:buChar char="•"/>
            </a:pPr>
            <a:r>
              <a:rPr lang="en-US" dirty="0">
                <a:solidFill>
                  <a:schemeClr val="dk1"/>
                </a:solidFill>
                <a:latin typeface="Calibri"/>
                <a:ea typeface="Calibri"/>
                <a:cs typeface="Calibri"/>
                <a:sym typeface="Calibri"/>
              </a:rPr>
              <a:t>Then copy the function which about.html and hello.html has in common.</a:t>
            </a:r>
          </a:p>
        </p:txBody>
      </p:sp>
      <p:pic>
        <p:nvPicPr>
          <p:cNvPr id="9" name="Picture 8">
            <a:extLst>
              <a:ext uri="{FF2B5EF4-FFF2-40B4-BE49-F238E27FC236}">
                <a16:creationId xmlns:a16="http://schemas.microsoft.com/office/drawing/2014/main" id="{1A9CDB80-24D2-B13D-E6EC-FBFD07EAA8D7}"/>
              </a:ext>
            </a:extLst>
          </p:cNvPr>
          <p:cNvPicPr>
            <a:picLocks noChangeAspect="1"/>
          </p:cNvPicPr>
          <p:nvPr/>
        </p:nvPicPr>
        <p:blipFill>
          <a:blip r:embed="rId4"/>
          <a:stretch>
            <a:fillRect/>
          </a:stretch>
        </p:blipFill>
        <p:spPr>
          <a:xfrm>
            <a:off x="3979654" y="4078871"/>
            <a:ext cx="4829849" cy="2048161"/>
          </a:xfrm>
          <a:prstGeom prst="rect">
            <a:avLst/>
          </a:prstGeom>
        </p:spPr>
      </p:pic>
    </p:spTree>
    <p:extLst>
      <p:ext uri="{BB962C8B-B14F-4D97-AF65-F5344CB8AC3E}">
        <p14:creationId xmlns:p14="http://schemas.microsoft.com/office/powerpoint/2010/main" val="28833523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Tags</a:t>
            </a:r>
          </a:p>
        </p:txBody>
      </p:sp>
      <p:sp>
        <p:nvSpPr>
          <p:cNvPr id="600" name="Google Shape;600;p78"/>
          <p:cNvSpPr txBox="1">
            <a:spLocks noGrp="1"/>
          </p:cNvSpPr>
          <p:nvPr>
            <p:ph type="body" idx="1"/>
          </p:nvPr>
        </p:nvSpPr>
        <p:spPr>
          <a:xfrm>
            <a:off x="838200" y="1825625"/>
            <a:ext cx="10515600" cy="842672"/>
          </a:xfrm>
          <a:prstGeom prst="rect">
            <a:avLst/>
          </a:prstGeom>
          <a:noFill/>
          <a:ln>
            <a:noFill/>
          </a:ln>
        </p:spPr>
        <p:txBody>
          <a:bodyPr spcFirstLastPara="1" wrap="square" lIns="91425" tIns="45700" rIns="91425" bIns="45700" anchor="t" anchorCtr="0">
            <a:normAutofit fontScale="85000" lnSpcReduction="10000"/>
          </a:bodyPr>
          <a:lstStyle/>
          <a:p>
            <a:pPr marL="285750" marR="0" lvl="0" indent="-285750" algn="l" rtl="0">
              <a:spcBef>
                <a:spcPts val="0"/>
              </a:spcBef>
              <a:spcAft>
                <a:spcPts val="0"/>
              </a:spcAft>
              <a:buClr>
                <a:schemeClr val="dk1"/>
              </a:buClr>
              <a:buSzPts val="2800"/>
              <a:buFont typeface="Arial"/>
              <a:buChar char="•"/>
            </a:pPr>
            <a:r>
              <a:rPr lang="en-US" dirty="0">
                <a:solidFill>
                  <a:schemeClr val="dk1"/>
                </a:solidFill>
                <a:latin typeface="Calibri"/>
                <a:ea typeface="Calibri"/>
                <a:cs typeface="Calibri"/>
                <a:sym typeface="Calibri"/>
              </a:rPr>
              <a:t>We’ll then use the block function where we will input the uniqueness of each webpage in where we placed the block function in our case it is the body.</a:t>
            </a:r>
            <a:endParaRPr lang="en-US" sz="2800" dirty="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23086DE6-515F-B149-1E9F-B106D666BEE7}"/>
              </a:ext>
            </a:extLst>
          </p:cNvPr>
          <p:cNvPicPr>
            <a:picLocks noChangeAspect="1"/>
          </p:cNvPicPr>
          <p:nvPr/>
        </p:nvPicPr>
        <p:blipFill>
          <a:blip r:embed="rId3"/>
          <a:stretch>
            <a:fillRect/>
          </a:stretch>
        </p:blipFill>
        <p:spPr>
          <a:xfrm>
            <a:off x="3124200" y="2564739"/>
            <a:ext cx="5943600" cy="3249930"/>
          </a:xfrm>
          <a:prstGeom prst="rect">
            <a:avLst/>
          </a:prstGeom>
        </p:spPr>
      </p:pic>
    </p:spTree>
    <p:extLst>
      <p:ext uri="{BB962C8B-B14F-4D97-AF65-F5344CB8AC3E}">
        <p14:creationId xmlns:p14="http://schemas.microsoft.com/office/powerpoint/2010/main" val="38479435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Tags</a:t>
            </a:r>
          </a:p>
        </p:txBody>
      </p:sp>
      <p:sp>
        <p:nvSpPr>
          <p:cNvPr id="600" name="Google Shape;600;p78"/>
          <p:cNvSpPr txBox="1">
            <a:spLocks noGrp="1"/>
          </p:cNvSpPr>
          <p:nvPr>
            <p:ph type="body" idx="1"/>
          </p:nvPr>
        </p:nvSpPr>
        <p:spPr>
          <a:xfrm>
            <a:off x="838200" y="1825625"/>
            <a:ext cx="10515600" cy="842672"/>
          </a:xfrm>
          <a:prstGeom prst="rect">
            <a:avLst/>
          </a:prstGeom>
          <a:noFill/>
          <a:ln>
            <a:noFill/>
          </a:ln>
        </p:spPr>
        <p:txBody>
          <a:bodyPr spcFirstLastPara="1" wrap="square" lIns="91425" tIns="45700" rIns="91425" bIns="45700" anchor="t" anchorCtr="0">
            <a:normAutofit lnSpcReduction="10000"/>
          </a:bodyPr>
          <a:lstStyle/>
          <a:p>
            <a:pPr marL="285750" marR="0" lvl="0" indent="-285750" algn="l" rtl="0">
              <a:spcBef>
                <a:spcPts val="0"/>
              </a:spcBef>
              <a:spcAft>
                <a:spcPts val="0"/>
              </a:spcAft>
              <a:buClr>
                <a:schemeClr val="dk1"/>
              </a:buClr>
              <a:buSzPts val="2800"/>
              <a:buFont typeface="Arial"/>
              <a:buChar char="•"/>
            </a:pPr>
            <a:r>
              <a:rPr lang="en-US" dirty="0">
                <a:solidFill>
                  <a:schemeClr val="dk1"/>
                </a:solidFill>
                <a:latin typeface="Calibri"/>
                <a:ea typeface="Calibri"/>
                <a:cs typeface="Calibri"/>
                <a:sym typeface="Calibri"/>
              </a:rPr>
              <a:t>Then we use our extends function for our html where we will put the base.html template. Which is the </a:t>
            </a:r>
            <a:r>
              <a:rPr lang="en-US" b="1" dirty="0">
                <a:solidFill>
                  <a:schemeClr val="dk1"/>
                </a:solidFill>
                <a:latin typeface="Calibri"/>
                <a:ea typeface="Calibri"/>
                <a:cs typeface="Calibri"/>
                <a:sym typeface="Calibri"/>
              </a:rPr>
              <a:t>hello.html </a:t>
            </a:r>
            <a:r>
              <a:rPr lang="en-US" dirty="0">
                <a:solidFill>
                  <a:schemeClr val="dk1"/>
                </a:solidFill>
                <a:latin typeface="Calibri"/>
                <a:ea typeface="Calibri"/>
                <a:cs typeface="Calibri"/>
                <a:sym typeface="Calibri"/>
              </a:rPr>
              <a:t>and about.html</a:t>
            </a:r>
            <a:endParaRPr lang="en-US" sz="2800"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3A8B2E59-4ACF-510E-712C-32861D4F78DD}"/>
              </a:ext>
            </a:extLst>
          </p:cNvPr>
          <p:cNvPicPr>
            <a:picLocks noChangeAspect="1"/>
          </p:cNvPicPr>
          <p:nvPr/>
        </p:nvPicPr>
        <p:blipFill>
          <a:blip r:embed="rId3"/>
          <a:stretch>
            <a:fillRect/>
          </a:stretch>
        </p:blipFill>
        <p:spPr>
          <a:xfrm>
            <a:off x="3785870" y="3127666"/>
            <a:ext cx="4620260" cy="2124075"/>
          </a:xfrm>
          <a:prstGeom prst="rect">
            <a:avLst/>
          </a:prstGeom>
        </p:spPr>
      </p:pic>
    </p:spTree>
    <p:extLst>
      <p:ext uri="{BB962C8B-B14F-4D97-AF65-F5344CB8AC3E}">
        <p14:creationId xmlns:p14="http://schemas.microsoft.com/office/powerpoint/2010/main" val="119638624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Tags</a:t>
            </a:r>
          </a:p>
        </p:txBody>
      </p:sp>
      <p:sp>
        <p:nvSpPr>
          <p:cNvPr id="600" name="Google Shape;600;p78"/>
          <p:cNvSpPr txBox="1">
            <a:spLocks noGrp="1"/>
          </p:cNvSpPr>
          <p:nvPr>
            <p:ph type="body" idx="1"/>
          </p:nvPr>
        </p:nvSpPr>
        <p:spPr>
          <a:xfrm>
            <a:off x="838200" y="1825625"/>
            <a:ext cx="10515600" cy="842672"/>
          </a:xfrm>
          <a:prstGeom prst="rect">
            <a:avLst/>
          </a:prstGeom>
          <a:noFill/>
          <a:ln>
            <a:noFill/>
          </a:ln>
        </p:spPr>
        <p:txBody>
          <a:bodyPr spcFirstLastPara="1" wrap="square" lIns="91425" tIns="45700" rIns="91425" bIns="45700" anchor="t" anchorCtr="0">
            <a:normAutofit lnSpcReduction="10000"/>
          </a:bodyPr>
          <a:lstStyle/>
          <a:p>
            <a:pPr marL="285750" marR="0" lvl="0" indent="-285750" algn="l" rtl="0">
              <a:spcBef>
                <a:spcPts val="0"/>
              </a:spcBef>
              <a:spcAft>
                <a:spcPts val="0"/>
              </a:spcAft>
              <a:buClr>
                <a:schemeClr val="dk1"/>
              </a:buClr>
              <a:buSzPts val="2800"/>
              <a:buFont typeface="Arial"/>
              <a:buChar char="•"/>
            </a:pPr>
            <a:r>
              <a:rPr lang="en-US" dirty="0">
                <a:solidFill>
                  <a:schemeClr val="dk1"/>
                </a:solidFill>
                <a:latin typeface="Calibri"/>
                <a:ea typeface="Calibri"/>
                <a:cs typeface="Calibri"/>
                <a:sym typeface="Calibri"/>
              </a:rPr>
              <a:t>Then we use our extends function for our html where we will put the base.html template. Which is the hello.html and </a:t>
            </a:r>
            <a:r>
              <a:rPr lang="en-US" b="1" dirty="0">
                <a:solidFill>
                  <a:schemeClr val="dk1"/>
                </a:solidFill>
                <a:latin typeface="Calibri"/>
                <a:ea typeface="Calibri"/>
                <a:cs typeface="Calibri"/>
                <a:sym typeface="Calibri"/>
              </a:rPr>
              <a:t>about.html</a:t>
            </a:r>
            <a:endParaRPr lang="en-US" sz="2800" b="1" dirty="0">
              <a:solidFill>
                <a:schemeClr val="dk1"/>
              </a:solidFill>
              <a:latin typeface="Calibri"/>
              <a:ea typeface="Calibri"/>
              <a:cs typeface="Calibri"/>
              <a:sym typeface="Calibri"/>
            </a:endParaRPr>
          </a:p>
        </p:txBody>
      </p:sp>
      <p:pic>
        <p:nvPicPr>
          <p:cNvPr id="2" name="Picture 1" descr="A screen shot of a computer code&#10;&#10;Description automatically generated">
            <a:extLst>
              <a:ext uri="{FF2B5EF4-FFF2-40B4-BE49-F238E27FC236}">
                <a16:creationId xmlns:a16="http://schemas.microsoft.com/office/drawing/2014/main" id="{792A6307-6454-717B-1A1A-3341F49643A1}"/>
              </a:ext>
            </a:extLst>
          </p:cNvPr>
          <p:cNvPicPr>
            <a:picLocks noChangeAspect="1"/>
          </p:cNvPicPr>
          <p:nvPr/>
        </p:nvPicPr>
        <p:blipFill>
          <a:blip r:embed="rId3"/>
          <a:stretch>
            <a:fillRect/>
          </a:stretch>
        </p:blipFill>
        <p:spPr>
          <a:xfrm>
            <a:off x="4348162" y="2681287"/>
            <a:ext cx="3495675" cy="1495425"/>
          </a:xfrm>
          <a:prstGeom prst="rect">
            <a:avLst/>
          </a:prstGeom>
        </p:spPr>
      </p:pic>
      <p:sp>
        <p:nvSpPr>
          <p:cNvPr id="4" name="Google Shape;600;p78">
            <a:extLst>
              <a:ext uri="{FF2B5EF4-FFF2-40B4-BE49-F238E27FC236}">
                <a16:creationId xmlns:a16="http://schemas.microsoft.com/office/drawing/2014/main" id="{EA00F092-41F1-F7E3-6E93-F1FEDB20FC6D}"/>
              </a:ext>
            </a:extLst>
          </p:cNvPr>
          <p:cNvSpPr txBox="1">
            <a:spLocks/>
          </p:cNvSpPr>
          <p:nvPr/>
        </p:nvSpPr>
        <p:spPr>
          <a:xfrm>
            <a:off x="838199" y="4702564"/>
            <a:ext cx="10515600" cy="842672"/>
          </a:xfrm>
          <a:prstGeom prst="rect">
            <a:avLst/>
          </a:prstGeom>
          <a:noFill/>
          <a:ln>
            <a:noFill/>
          </a:ln>
        </p:spPr>
        <p:txBody>
          <a:bodyPr spcFirstLastPara="1" vert="horz" wrap="square" lIns="91425" tIns="45700" rIns="91425"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rlow"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rlow"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rlow"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rlow"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rlow"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spcBef>
                <a:spcPts val="0"/>
              </a:spcBef>
              <a:buClr>
                <a:schemeClr val="dk1"/>
              </a:buClr>
              <a:buSzPts val="2800"/>
              <a:buFont typeface="Arial"/>
              <a:buChar char="•"/>
            </a:pPr>
            <a:r>
              <a:rPr lang="en-US" dirty="0">
                <a:solidFill>
                  <a:schemeClr val="dk1"/>
                </a:solidFill>
                <a:latin typeface="Calibri"/>
                <a:ea typeface="Calibri"/>
                <a:cs typeface="Calibri"/>
                <a:sym typeface="Calibri"/>
              </a:rPr>
              <a:t>Now access the localhost:8000/hello and localhost:8000/about</a:t>
            </a:r>
            <a:endParaRPr lang="en-US" b="1"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732821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8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Block and Extend Tags</a:t>
            </a:r>
            <a:endParaRPr/>
          </a:p>
        </p:txBody>
      </p:sp>
      <p:sp>
        <p:nvSpPr>
          <p:cNvPr id="641" name="Google Shape;641;p8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dirty="0"/>
              <a:t>In the example, on calling </a:t>
            </a:r>
            <a:r>
              <a:rPr lang="en-US" b="1" i="1" dirty="0"/>
              <a:t>/</a:t>
            </a:r>
            <a:r>
              <a:rPr lang="en-US" b="1" i="1" dirty="0" err="1"/>
              <a:t>myapp</a:t>
            </a:r>
            <a:r>
              <a:rPr lang="en-US" b="1" i="1" dirty="0"/>
              <a:t>/hello and /</a:t>
            </a:r>
            <a:r>
              <a:rPr lang="en-US" b="1" i="1" dirty="0" err="1"/>
              <a:t>myapp</a:t>
            </a:r>
            <a:r>
              <a:rPr lang="en-US" b="1" i="1" dirty="0"/>
              <a:t>/home </a:t>
            </a:r>
            <a:r>
              <a:rPr lang="en-US" dirty="0"/>
              <a:t>we still get the same result as before but now we rely on extends and block to refactor our code −</a:t>
            </a:r>
            <a:endParaRPr dirty="0"/>
          </a:p>
          <a:p>
            <a:pPr marL="0" lvl="0" indent="0" algn="l" rtl="0">
              <a:lnSpc>
                <a:spcPct val="90000"/>
              </a:lnSpc>
              <a:spcBef>
                <a:spcPts val="1000"/>
              </a:spcBef>
              <a:spcAft>
                <a:spcPts val="0"/>
              </a:spcAft>
              <a:buClr>
                <a:schemeClr val="dk1"/>
              </a:buClr>
              <a:buSzPts val="2800"/>
              <a:buNone/>
            </a:pPr>
            <a:endParaRPr dirty="0"/>
          </a:p>
          <a:p>
            <a:pPr marL="0" lvl="0" indent="0" algn="l" rtl="0">
              <a:lnSpc>
                <a:spcPct val="90000"/>
              </a:lnSpc>
              <a:spcBef>
                <a:spcPts val="1000"/>
              </a:spcBef>
              <a:spcAft>
                <a:spcPts val="0"/>
              </a:spcAft>
              <a:buClr>
                <a:schemeClr val="dk1"/>
              </a:buClr>
              <a:buSzPts val="2800"/>
              <a:buNone/>
            </a:pPr>
            <a:r>
              <a:rPr lang="en-US" dirty="0"/>
              <a:t>In the</a:t>
            </a:r>
            <a:r>
              <a:rPr lang="en-US" b="1" i="1" dirty="0"/>
              <a:t> base.html </a:t>
            </a:r>
            <a:r>
              <a:rPr lang="en-US" dirty="0"/>
              <a:t>we define blocks using the tag block. The title block will contain the page title and the content block will have the page main content. In home.html and about.html we use extends to inherit from the base.html then we fill the block define above (body).</a:t>
            </a:r>
            <a:endParaRPr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85"/>
          <p:cNvSpPr txBox="1">
            <a:spLocks noGrp="1"/>
          </p:cNvSpPr>
          <p:nvPr>
            <p:ph type="title"/>
          </p:nvPr>
        </p:nvSpPr>
        <p:spPr>
          <a:xfrm>
            <a:off x="838200" y="2103437"/>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to be continued…</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2D17A-2856-4979-946B-521FD8D8A0E8}"/>
              </a:ext>
            </a:extLst>
          </p:cNvPr>
          <p:cNvSpPr>
            <a:spLocks noGrp="1"/>
          </p:cNvSpPr>
          <p:nvPr>
            <p:ph type="title"/>
          </p:nvPr>
        </p:nvSpPr>
        <p:spPr/>
        <p:txBody>
          <a:bodyPr/>
          <a:lstStyle/>
          <a:p>
            <a:r>
              <a:rPr lang="en-US">
                <a:latin typeface="Barlow"/>
              </a:rPr>
              <a:t>Thank you!</a:t>
            </a:r>
            <a:endParaRPr lang="en-US"/>
          </a:p>
        </p:txBody>
      </p:sp>
    </p:spTree>
    <p:extLst>
      <p:ext uri="{BB962C8B-B14F-4D97-AF65-F5344CB8AC3E}">
        <p14:creationId xmlns:p14="http://schemas.microsoft.com/office/powerpoint/2010/main" val="2717357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852654A42862A4A98982F0363E1203E" ma:contentTypeVersion="10" ma:contentTypeDescription="Create a new document." ma:contentTypeScope="" ma:versionID="da7f517c701e1d7c8ba486035e43f3c9">
  <xsd:schema xmlns:xsd="http://www.w3.org/2001/XMLSchema" xmlns:xs="http://www.w3.org/2001/XMLSchema" xmlns:p="http://schemas.microsoft.com/office/2006/metadata/properties" xmlns:ns2="22275e10-7bd9-4294-9b70-640935511840" targetNamespace="http://schemas.microsoft.com/office/2006/metadata/properties" ma:root="true" ma:fieldsID="b9b62a92414c95f659b933cd55fcaad6" ns2:_="">
    <xsd:import namespace="22275e10-7bd9-4294-9b70-64093551184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275e10-7bd9-4294-9b70-6409355118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2B3744-B0F7-40AF-98A2-065F97BA0970}">
  <ds:schemaRefs>
    <ds:schemaRef ds:uri="http://schemas.microsoft.com/sharepoint/v3/contenttype/forms"/>
  </ds:schemaRefs>
</ds:datastoreItem>
</file>

<file path=customXml/itemProps2.xml><?xml version="1.0" encoding="utf-8"?>
<ds:datastoreItem xmlns:ds="http://schemas.openxmlformats.org/officeDocument/2006/customXml" ds:itemID="{ECF283C7-5EE0-455E-9508-5CA60D832980}">
  <ds:schemaRefs>
    <ds:schemaRef ds:uri="22275e10-7bd9-4294-9b70-64093551184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C843E5B-FC0F-46FC-9DD0-785F1BA7A310}">
  <ds:schemaRefs>
    <ds:schemaRef ds:uri="22275e10-7bd9-4294-9b70-64093551184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294</TotalTime>
  <Words>4808</Words>
  <Application>Microsoft Office PowerPoint</Application>
  <PresentationFormat>Widescreen</PresentationFormat>
  <Paragraphs>326</Paragraphs>
  <Slides>84</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84</vt:i4>
      </vt:variant>
    </vt:vector>
  </HeadingPairs>
  <TitlesOfParts>
    <vt:vector size="89" baseType="lpstr">
      <vt:lpstr>Calibri</vt:lpstr>
      <vt:lpstr>Barlow</vt:lpstr>
      <vt:lpstr>Aptos</vt:lpstr>
      <vt:lpstr>Arial</vt:lpstr>
      <vt:lpstr>Office Theme</vt:lpstr>
      <vt:lpstr>DJANGO</vt:lpstr>
      <vt:lpstr>What is Django?</vt:lpstr>
      <vt:lpstr>Django helps you write software that is:</vt:lpstr>
      <vt:lpstr>Django helps you write software that is:</vt:lpstr>
      <vt:lpstr>Django helps you write software that is:</vt:lpstr>
      <vt:lpstr>Where did it come from?</vt:lpstr>
      <vt:lpstr>How popular is Django?</vt:lpstr>
      <vt:lpstr>Is Django opinionated?</vt:lpstr>
      <vt:lpstr>Is Django opinionated?</vt:lpstr>
      <vt:lpstr>What does Django code look like?</vt:lpstr>
      <vt:lpstr>What does Django code look like?</vt:lpstr>
      <vt:lpstr>What does Django code look like?</vt:lpstr>
      <vt:lpstr>Setting up Django Development Environment</vt:lpstr>
      <vt:lpstr>What are the Django setup options?</vt:lpstr>
      <vt:lpstr>What operating systems are supported?</vt:lpstr>
      <vt:lpstr>What version of Python should be used?</vt:lpstr>
      <vt:lpstr>Where can we download Django?</vt:lpstr>
      <vt:lpstr>Which database?</vt:lpstr>
      <vt:lpstr>Installing Python 3</vt:lpstr>
      <vt:lpstr>Windows 10 or 11</vt:lpstr>
      <vt:lpstr>Using Django in Python virtual environment</vt:lpstr>
      <vt:lpstr>Using Django in Python virtual environment</vt:lpstr>
      <vt:lpstr>Creating a virtual environment</vt:lpstr>
      <vt:lpstr>Creating a virtual environment</vt:lpstr>
      <vt:lpstr>Using a virtual environment</vt:lpstr>
      <vt:lpstr>Installing Django</vt:lpstr>
      <vt:lpstr>Testing your installation</vt:lpstr>
      <vt:lpstr>Creating Test Site</vt:lpstr>
      <vt:lpstr>Creating Test Site</vt:lpstr>
      <vt:lpstr>Creating Test Site</vt:lpstr>
      <vt:lpstr>DJANGO PROJECT AND APPLICATION</vt:lpstr>
      <vt:lpstr>Starting a New Project</vt:lpstr>
      <vt:lpstr>Create a Project</vt:lpstr>
      <vt:lpstr>The Project Structure</vt:lpstr>
      <vt:lpstr>The Project Structure</vt:lpstr>
      <vt:lpstr>Setting Up Your Project</vt:lpstr>
      <vt:lpstr>Setting Up Your Project</vt:lpstr>
      <vt:lpstr>Apps Life Cycle</vt:lpstr>
      <vt:lpstr>Create an Application</vt:lpstr>
      <vt:lpstr>Application Structure</vt:lpstr>
      <vt:lpstr>Get the Project to Know About Your Application</vt:lpstr>
      <vt:lpstr>Admin Interface</vt:lpstr>
      <vt:lpstr>Starting the Admin Interface</vt:lpstr>
      <vt:lpstr>Starting the Admin Interface</vt:lpstr>
      <vt:lpstr>Starting the Admin Interface</vt:lpstr>
      <vt:lpstr>Starting the Admin Interface</vt:lpstr>
      <vt:lpstr>Starting the Admin Interface</vt:lpstr>
      <vt:lpstr>Starting the Admin Interface</vt:lpstr>
      <vt:lpstr>IMPLEMENTING VIEWS</vt:lpstr>
      <vt:lpstr>Creating Views</vt:lpstr>
      <vt:lpstr>Simple View</vt:lpstr>
      <vt:lpstr>Creating urls.py in app folder</vt:lpstr>
      <vt:lpstr>Adding myapp urls to the main</vt:lpstr>
      <vt:lpstr>Run the Server</vt:lpstr>
      <vt:lpstr>Output</vt:lpstr>
      <vt:lpstr>Creating another views and url</vt:lpstr>
      <vt:lpstr>Sending Parameters to Views</vt:lpstr>
      <vt:lpstr>Sending Parameters to Views</vt:lpstr>
      <vt:lpstr>TEMPLATES AND TAGS</vt:lpstr>
      <vt:lpstr>Template System</vt:lpstr>
      <vt:lpstr>The Render Function</vt:lpstr>
      <vt:lpstr>Django Template Language (DTL)</vt:lpstr>
      <vt:lpstr>Creating templates folder</vt:lpstr>
      <vt:lpstr>Templates</vt:lpstr>
      <vt:lpstr>Templates</vt:lpstr>
      <vt:lpstr>Variables</vt:lpstr>
      <vt:lpstr>Variables</vt:lpstr>
      <vt:lpstr>Variables</vt:lpstr>
      <vt:lpstr>Tags</vt:lpstr>
      <vt:lpstr>Tags</vt:lpstr>
      <vt:lpstr>Tags</vt:lpstr>
      <vt:lpstr>Django Template Language (DTL)</vt:lpstr>
      <vt:lpstr>Django Template Language (DTL)</vt:lpstr>
      <vt:lpstr>Tags</vt:lpstr>
      <vt:lpstr>Tags</vt:lpstr>
      <vt:lpstr>Tags</vt:lpstr>
      <vt:lpstr>Block and Extend Tags</vt:lpstr>
      <vt:lpstr>Tags</vt:lpstr>
      <vt:lpstr>Tags</vt:lpstr>
      <vt:lpstr>Tags</vt:lpstr>
      <vt:lpstr>Tags</vt:lpstr>
      <vt:lpstr>Block and Extend Tags</vt:lpstr>
      <vt:lpstr>to be continued…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Rover Sinag</dc:creator>
  <cp:lastModifiedBy>Student</cp:lastModifiedBy>
  <cp:revision>32</cp:revision>
  <dcterms:created xsi:type="dcterms:W3CDTF">2022-01-20T14:55:46Z</dcterms:created>
  <dcterms:modified xsi:type="dcterms:W3CDTF">2024-04-03T23:45:55Z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0x010100C852654A42862A4A98982F0363E1203E</vt:lpwstr>
  </property>
</Properties>
</file>